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3" r:id="rId2"/>
    <p:sldId id="264" r:id="rId3"/>
    <p:sldId id="265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 autoAdjust="0"/>
    <p:restoredTop sz="86438"/>
  </p:normalViewPr>
  <p:slideViewPr>
    <p:cSldViewPr snapToGrid="0" showGuides="1">
      <p:cViewPr varScale="1">
        <p:scale>
          <a:sx n="109" d="100"/>
          <a:sy n="109" d="100"/>
        </p:scale>
        <p:origin x="98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30.04.26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Entity Relationship Diagram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68</cp:revision>
  <dcterms:created xsi:type="dcterms:W3CDTF">2019-09-09T08:59:08Z</dcterms:created>
  <dcterms:modified xsi:type="dcterms:W3CDTF">2026-04-30T12:50:40Z</dcterms:modified>
</cp:coreProperties>
</file>