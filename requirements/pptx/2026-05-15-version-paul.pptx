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3" r:id="rId2"/>
    <p:sldId id="264" r:id="rId3"/>
    <p:sldId id="273" r:id="rId4"/>
    <p:sldId id="274" r:id="rId5"/>
    <p:sldId id="267" r:id="rId6"/>
    <p:sldId id="272" r:id="rId7"/>
    <p:sldId id="271" r:id="rId8"/>
    <p:sldId id="266" r:id="rId9"/>
    <p:sldId id="269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22" autoAdjust="0"/>
    <p:restoredTop sz="86438"/>
  </p:normalViewPr>
  <p:slideViewPr>
    <p:cSldViewPr snapToGrid="0" showGuides="1">
      <p:cViewPr>
        <p:scale>
          <a:sx n="99" d="100"/>
          <a:sy n="99" d="100"/>
        </p:scale>
        <p:origin x="160" y="3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EFF0C8B-624F-4F33-094C-708C50ED1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-1"/>
            <a:ext cx="5552342" cy="6858000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01099C-801B-35E3-E4FB-48C8C04296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9880978" y="2387065"/>
            <a:ext cx="2311021" cy="447093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A677AB-2FB9-CD05-2767-2D41AF6A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70B8A3-EBB0-2282-91A9-63B1240B1F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2647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40702001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A2B9F1-C5B9-86AF-9898-0BC1F55913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28" t="32336" r="-1721" b="46256"/>
          <a:stretch>
            <a:fillRect/>
          </a:stretch>
        </p:blipFill>
        <p:spPr>
          <a:xfrm>
            <a:off x="5160196" y="3644720"/>
            <a:ext cx="6411117" cy="240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9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Aktuell: Doppelte Implementierung, abdeckbar via CRUD</a:t>
            </a:r>
          </a:p>
          <a:p>
            <a:r>
              <a:rPr lang="en-AT" dirty="0"/>
              <a:t>Alternative: Komplexere Analytics-Query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21717C-19FE-B400-A8EA-950263AD74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6454" y="26282"/>
            <a:ext cx="2852396" cy="35231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242750"/>
            <a:ext cx="1775939" cy="54510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189863" y="1530003"/>
            <a:ext cx="4653861" cy="20517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E158CF6-E1E3-094A-CA45-F1D5E5AA02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8" t="34018" r="37383" b="47065"/>
          <a:stretch>
            <a:fillRect/>
          </a:stretch>
        </p:blipFill>
        <p:spPr>
          <a:xfrm>
            <a:off x="6611564" y="3839653"/>
            <a:ext cx="3372549" cy="266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124</Words>
  <Application>Microsoft Macintosh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Abgedeckte Bereiche</vt:lpstr>
      <vt:lpstr>Abgedeckte Bereiche</vt:lpstr>
      <vt:lpstr>Abgedeckte Bereiche</vt:lpstr>
      <vt:lpstr>Abgedeckte Bereiche</vt:lpstr>
      <vt:lpstr>Implementierung der Anforderungen</vt:lpstr>
      <vt:lpstr>Implementierung der Anforderungen</vt:lpstr>
      <vt:lpstr>”Buch ist lagerend”-Status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79</cp:revision>
  <dcterms:created xsi:type="dcterms:W3CDTF">2019-09-09T08:59:08Z</dcterms:created>
  <dcterms:modified xsi:type="dcterms:W3CDTF">2026-05-09T15:08:56Z</dcterms:modified>
</cp:coreProperties>
</file>