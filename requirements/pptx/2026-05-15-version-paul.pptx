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3" r:id="rId2"/>
    <p:sldId id="264" r:id="rId3"/>
    <p:sldId id="273" r:id="rId4"/>
    <p:sldId id="274" r:id="rId5"/>
    <p:sldId id="267" r:id="rId6"/>
    <p:sldId id="272" r:id="rId7"/>
    <p:sldId id="271" r:id="rId8"/>
    <p:sldId id="266" r:id="rId9"/>
    <p:sldId id="269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22" autoAdjust="0"/>
    <p:restoredTop sz="86438"/>
  </p:normalViewPr>
  <p:slideViewPr>
    <p:cSldViewPr snapToGrid="0" showGuides="1">
      <p:cViewPr>
        <p:scale>
          <a:sx n="94" d="100"/>
          <a:sy n="94" d="100"/>
        </p:scale>
        <p:origin x="376" y="5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391F-607D-7618-C6B0-494A486B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F6FF73-0D6F-AC93-68FD-A0DEACA47A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DDA23-2F53-9BF3-CAF1-31AB521017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Kontext-Informationen rund um Bücher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C33DBD-97DB-FC18-131C-625D853B3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223520-3B68-3013-A76E-BB499F890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6C6F307-FA18-AAFF-6406-F732AE6AD904}"/>
              </a:ext>
            </a:extLst>
          </p:cNvPr>
          <p:cNvSpPr/>
          <p:nvPr/>
        </p:nvSpPr>
        <p:spPr>
          <a:xfrm>
            <a:off x="6311802" y="3672788"/>
            <a:ext cx="3637416" cy="318521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1025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C7AA-209A-D224-C74F-F1689558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494F12-5847-8842-C2D4-3EDE6584F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9A3AB-4A02-55C3-0D88-EBB76AB382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Informationen rund um Kund:innen sowie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99BB1C-A4FA-2C4A-021A-3B01D31D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D13EDF-6575-2329-72E2-63E144084F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7DDB40-87CE-DE47-FBE6-64E6D9F0AE2D}"/>
              </a:ext>
            </a:extLst>
          </p:cNvPr>
          <p:cNvSpPr/>
          <p:nvPr/>
        </p:nvSpPr>
        <p:spPr>
          <a:xfrm>
            <a:off x="9880978" y="2387065"/>
            <a:ext cx="2311021" cy="447093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083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CD3E-7885-1A96-72C2-6110109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D2E0CA-20D8-E63A-411A-0B9D64027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A7EAD-5D40-F284-3A52-486D01B8B4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Wo ist ein Buch aktuell physisch auffindbar?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9120F7-BB5A-A5AE-8B0A-33D6D025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588E0-4ABF-9A96-CEEA-52C7C8B46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DC9DD-89AA-A4B6-1393-62E1E4E5569B}"/>
              </a:ext>
            </a:extLst>
          </p:cNvPr>
          <p:cNvSpPr/>
          <p:nvPr/>
        </p:nvSpPr>
        <p:spPr>
          <a:xfrm>
            <a:off x="6892119" y="1"/>
            <a:ext cx="3698544" cy="20471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7333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94134-A5C9-C6E5-0831-2DAC4854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457A27-A667-4E89-7340-89118DDFAD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88409-CF01-2BEC-28C4-DA866B7C949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Welche Bücher sind wann von wem ausgeborgt worden und sind diese aktuell lagernd?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601FFD-D4C9-7235-F243-3A48CE68F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FA2F2A-B6C9-5C65-E639-8494DE7F2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3296E0-149A-4EE9-B93E-79D316000A54}"/>
              </a:ext>
            </a:extLst>
          </p:cNvPr>
          <p:cNvSpPr/>
          <p:nvPr/>
        </p:nvSpPr>
        <p:spPr>
          <a:xfrm>
            <a:off x="6311802" y="2405418"/>
            <a:ext cx="3698544" cy="13613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2677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CAF5-7770-00FC-157E-C9AC6DA6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ECD5E2-5D44-D941-2B03-B1633582D4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173DA-A33B-B557-B304-95ABAFD45D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an 0 bis beliebig vielen Events teilnehmen</a:t>
            </a:r>
          </a:p>
          <a:p>
            <a:r>
              <a:rPr lang="en-AT" dirty="0"/>
              <a:t>Ein Event muss 1 bis beliebig viele Teilnehmer:innen haben</a:t>
            </a:r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29306-C445-F591-EC5E-EE4D9EF1D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6"/>
          <a:stretch>
            <a:fillRect/>
          </a:stretch>
        </p:blipFill>
        <p:spPr>
          <a:xfrm>
            <a:off x="8843749" y="0"/>
            <a:ext cx="3142302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6C207D3-28F9-5655-8EDC-F2C9C1824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</p:spTree>
    <p:extLst>
      <p:ext uri="{BB962C8B-B14F-4D97-AF65-F5344CB8AC3E}">
        <p14:creationId xmlns:p14="http://schemas.microsoft.com/office/powerpoint/2010/main" val="4070200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1E0D63-BEAA-BFF0-BC87-B4CD9920FB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4A5C1-096E-326C-C97D-D3F5579D47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zwischen 0 und 5 Büchern ausgeborgt haben</a:t>
            </a:r>
          </a:p>
          <a:p>
            <a:r>
              <a:rPr lang="en-AT" dirty="0"/>
              <a:t>Eigene Tabelle für eine Verleih-Historie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D2652-E984-B222-4620-149B6CD3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B88765-6ED0-75B1-AFE3-79FAFDEF2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3800" y="4509300"/>
            <a:ext cx="7264400" cy="191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694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CFF-406E-DAB8-45C2-BE155F72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94F161-A27B-399F-D586-2114BDD347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6246" y="2001279"/>
            <a:ext cx="10855069" cy="663370"/>
          </a:xfrm>
        </p:spPr>
        <p:txBody>
          <a:bodyPr/>
          <a:lstStyle/>
          <a:p>
            <a:r>
              <a:rPr lang="en-AT" dirty="0"/>
              <a:t>Warum wird der Lager-Status aktuell </a:t>
            </a:r>
            <a:br>
              <a:rPr lang="en-AT" dirty="0"/>
            </a:br>
            <a:r>
              <a:rPr lang="en-AT" dirty="0"/>
              <a:t>doppelt gespeichert?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96A46-2E2A-3859-A045-192934D075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741205"/>
            <a:ext cx="10855071" cy="3890331"/>
          </a:xfrm>
        </p:spPr>
        <p:txBody>
          <a:bodyPr/>
          <a:lstStyle/>
          <a:p>
            <a:r>
              <a:rPr lang="en-AT" dirty="0"/>
              <a:t>Aktuell: Doppelte Implementierung, abdeckbar via CRUD</a:t>
            </a:r>
          </a:p>
          <a:p>
            <a:r>
              <a:rPr lang="en-AT" dirty="0"/>
              <a:t>Alternative: Komplexere Analytics-Query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77807D-6694-6307-60ED-0A227928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”Buch ist lagerend”-Status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C7391-F406-B33D-B95A-9F6C5C1802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13" t="34961" r="37763" b="47671"/>
          <a:stretch>
            <a:fillRect/>
          </a:stretch>
        </p:blipFill>
        <p:spPr>
          <a:xfrm>
            <a:off x="6411064" y="3774184"/>
            <a:ext cx="3655215" cy="26649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04D2D74-DF49-F655-280A-367CB1F4F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50" t="36067" r="72126" b="46565"/>
          <a:stretch>
            <a:fillRect/>
          </a:stretch>
        </p:blipFill>
        <p:spPr>
          <a:xfrm>
            <a:off x="849886" y="3774185"/>
            <a:ext cx="3655215" cy="2664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84B7D6-7183-F87B-80AC-D4A64F497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8011" y="97530"/>
            <a:ext cx="2417744" cy="29862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6B5D0-BDD1-2FBD-A78C-14E987AA4DF6}"/>
              </a:ext>
            </a:extLst>
          </p:cNvPr>
          <p:cNvSpPr/>
          <p:nvPr/>
        </p:nvSpPr>
        <p:spPr>
          <a:xfrm>
            <a:off x="8939284" y="1050878"/>
            <a:ext cx="1774209" cy="736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94ADD2-007A-FF6D-DAAC-66602938DF6E}"/>
              </a:ext>
            </a:extLst>
          </p:cNvPr>
          <p:cNvCxnSpPr/>
          <p:nvPr/>
        </p:nvCxnSpPr>
        <p:spPr>
          <a:xfrm flipH="1">
            <a:off x="8297839" y="1787857"/>
            <a:ext cx="1037230" cy="18424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12F508-B9C9-4ABD-5E8E-DB1AA6811381}"/>
              </a:ext>
            </a:extLst>
          </p:cNvPr>
          <p:cNvCxnSpPr>
            <a:cxnSpLocks/>
          </p:cNvCxnSpPr>
          <p:nvPr/>
        </p:nvCxnSpPr>
        <p:spPr>
          <a:xfrm flipH="1">
            <a:off x="4189863" y="1530003"/>
            <a:ext cx="4653861" cy="205179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17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124</Words>
  <Application>Microsoft Macintosh PowerPoint</Application>
  <PresentationFormat>Widescreen</PresentationFormat>
  <Paragraphs>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Entity Relationship Diagram</vt:lpstr>
      <vt:lpstr>Abgedeckte Bereiche</vt:lpstr>
      <vt:lpstr>Abgedeckte Bereiche</vt:lpstr>
      <vt:lpstr>Abgedeckte Bereiche</vt:lpstr>
      <vt:lpstr>Abgedeckte Bereiche</vt:lpstr>
      <vt:lpstr>Implementierung der Anforderungen</vt:lpstr>
      <vt:lpstr>Implementierung der Anforderungen</vt:lpstr>
      <vt:lpstr>”Buch ist lagerend”-Status</vt:lpstr>
      <vt:lpstr>Relationales Datenmodell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76</cp:revision>
  <dcterms:created xsi:type="dcterms:W3CDTF">2019-09-09T08:59:08Z</dcterms:created>
  <dcterms:modified xsi:type="dcterms:W3CDTF">2026-05-09T08:44:55Z</dcterms:modified>
</cp:coreProperties>
</file>