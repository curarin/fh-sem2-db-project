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6" r:id="rId2"/>
    <p:sldId id="275" r:id="rId3"/>
    <p:sldId id="276" r:id="rId4"/>
    <p:sldId id="273" r:id="rId5"/>
    <p:sldId id="274" r:id="rId6"/>
    <p:sldId id="267" r:id="rId7"/>
    <p:sldId id="272" r:id="rId8"/>
    <p:sldId id="269" r:id="rId9"/>
    <p:sldId id="278" r:id="rId10"/>
    <p:sldId id="279" r:id="rId11"/>
    <p:sldId id="268" r:id="rId12"/>
    <p:sldId id="280" r:id="rId13"/>
    <p:sldId id="281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9F2D"/>
    <a:srgbClr val="00795A"/>
    <a:srgbClr val="61A4C5"/>
    <a:srgbClr val="0F354E"/>
    <a:srgbClr val="75BB5B"/>
    <a:srgbClr val="FAA942"/>
    <a:srgbClr val="6F6447"/>
    <a:srgbClr val="93B94A"/>
    <a:srgbClr val="21628D"/>
    <a:srgbClr val="0050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 autoAdjust="0"/>
    <p:restoredTop sz="86438"/>
  </p:normalViewPr>
  <p:slideViewPr>
    <p:cSldViewPr snapToGrid="0" showGuides="1">
      <p:cViewPr varScale="1">
        <p:scale>
          <a:sx n="109" d="100"/>
          <a:sy n="109" d="100"/>
        </p:scale>
        <p:origin x="984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56" d="100"/>
          <a:sy n="156" d="100"/>
        </p:scale>
        <p:origin x="442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328FA-D513-474A-9414-58CCBADCB715}" type="datetimeFigureOut">
              <a:rPr lang="de-DE" smtClean="0"/>
              <a:t>14.05.26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FDDEA2-58A5-4C53-A1B6-D6A29C27D54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3944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FDDEA2-58A5-4C53-A1B6-D6A29C27D54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4355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D798510F-F572-758F-5261-F6F0DAE36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8376" cy="6991778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6" name="Titel 11">
            <a:extLst>
              <a:ext uri="{FF2B5EF4-FFF2-40B4-BE49-F238E27FC236}">
                <a16:creationId xmlns:a16="http://schemas.microsoft.com/office/drawing/2014/main" id="{36D9774C-14B8-4753-8512-25172AC04C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317" y="2661425"/>
            <a:ext cx="7910758" cy="5866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51E7B4D9-AAC9-46EB-91F6-27E19F6A79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317" y="3391394"/>
            <a:ext cx="6186734" cy="43716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3315566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D798510F-F572-758F-5261-F6F0DAE36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8376" cy="699177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B7636B8-17C6-03E7-7D71-DDA2A0F6BD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0600" y="4536478"/>
            <a:ext cx="5440469" cy="5440469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2242FA4C-98F6-43BB-887D-3BD56E67DE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7356" y="6331978"/>
            <a:ext cx="4522513" cy="2651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4" name="Titel 11">
            <a:extLst>
              <a:ext uri="{FF2B5EF4-FFF2-40B4-BE49-F238E27FC236}">
                <a16:creationId xmlns:a16="http://schemas.microsoft.com/office/drawing/2014/main" id="{8AB7281D-1953-49D0-B329-5447D645E8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DC0311F9-66C5-4952-BB97-F6B58511C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1349450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D798510F-F572-758F-5261-F6F0DAE36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8376" cy="699177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B7636B8-17C6-03E7-7D71-DDA2A0F6BD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3600" y="4137765"/>
            <a:ext cx="5440469" cy="5440469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06A45D29-C32A-4661-BBA6-665111978F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7356" y="4938484"/>
            <a:ext cx="4522513" cy="1744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endParaRPr lang="de-AT" dirty="0"/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26CBD8C5-8725-4775-9387-A961991CB9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D54CB38D-676A-44BF-AD8E-9BE55EB69A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728931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+Inhal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0B569B-D5C4-41D0-98C6-B6D861106A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61B1B0-35FF-47E6-9853-9A0DB5711D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387065"/>
            <a:ext cx="10855071" cy="424447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+mn-lt"/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6" name="Titel 11">
            <a:extLst>
              <a:ext uri="{FF2B5EF4-FFF2-40B4-BE49-F238E27FC236}">
                <a16:creationId xmlns:a16="http://schemas.microsoft.com/office/drawing/2014/main" id="{C2B5FF1A-A476-4C2C-98BD-98B71C8501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1579504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4BA15C79-5280-410A-A43F-53C5A734E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F61B1B0-35FF-47E6-9853-9A0DB5711D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021305"/>
            <a:ext cx="10855071" cy="461023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+mn-lt"/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</p:spTree>
    <p:extLst>
      <p:ext uri="{BB962C8B-B14F-4D97-AF65-F5344CB8AC3E}">
        <p14:creationId xmlns:p14="http://schemas.microsoft.com/office/powerpoint/2010/main" val="5859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495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C54037FD-C92E-4B00-BE28-86770DEE7B2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15963" y="2406316"/>
            <a:ext cx="5380037" cy="422073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defRPr sz="1400">
                <a:solidFill>
                  <a:schemeClr val="bg1">
                    <a:lumMod val="50000"/>
                  </a:schemeClr>
                </a:solidFill>
              </a:defRPr>
            </a:lvl6pPr>
            <a:lvl7pPr>
              <a:defRPr sz="1200">
                <a:solidFill>
                  <a:schemeClr val="bg1">
                    <a:lumMod val="50000"/>
                  </a:schemeClr>
                </a:solidFill>
              </a:defRPr>
            </a:lvl7pPr>
          </a:lstStyle>
          <a:p>
            <a:pPr lvl="0"/>
            <a:r>
              <a:rPr lang="de-DE" dirty="0"/>
              <a:t>Text hinzufügen</a:t>
            </a:r>
          </a:p>
          <a:p>
            <a:pPr lvl="1"/>
            <a:r>
              <a:rPr lang="de-DE" dirty="0"/>
              <a:t>Ebene 1</a:t>
            </a:r>
          </a:p>
          <a:p>
            <a:pPr lvl="2"/>
            <a:r>
              <a:rPr lang="de-DE" dirty="0"/>
              <a:t>Ebene 2 Dritte Ebene</a:t>
            </a:r>
          </a:p>
          <a:p>
            <a:pPr lvl="3"/>
            <a:r>
              <a:rPr lang="de-DE" dirty="0"/>
              <a:t>Ebene 3</a:t>
            </a:r>
          </a:p>
          <a:p>
            <a:pPr lvl="4"/>
            <a:r>
              <a:rPr lang="de-DE" dirty="0"/>
              <a:t>Ebene 4</a:t>
            </a:r>
          </a:p>
          <a:p>
            <a:pPr lvl="5"/>
            <a:r>
              <a:rPr lang="de-DE" dirty="0"/>
              <a:t>Ebene 5</a:t>
            </a:r>
          </a:p>
          <a:p>
            <a:pPr lvl="6"/>
            <a:r>
              <a:rPr lang="de-DE" dirty="0"/>
              <a:t>Ebene 6</a:t>
            </a:r>
          </a:p>
          <a:p>
            <a:pPr lvl="6"/>
            <a:endParaRPr lang="de-AT" dirty="0"/>
          </a:p>
        </p:txBody>
      </p:sp>
      <p:sp>
        <p:nvSpPr>
          <p:cNvPr id="13" name="Inhaltsplatzhalter 9">
            <a:extLst>
              <a:ext uri="{FF2B5EF4-FFF2-40B4-BE49-F238E27FC236}">
                <a16:creationId xmlns:a16="http://schemas.microsoft.com/office/drawing/2014/main" id="{975D2135-DD86-4FAE-BB5B-F468DF2B835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277851" y="2406316"/>
            <a:ext cx="5380037" cy="422073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defRPr sz="1400">
                <a:solidFill>
                  <a:schemeClr val="bg1">
                    <a:lumMod val="50000"/>
                  </a:schemeClr>
                </a:solidFill>
              </a:defRPr>
            </a:lvl6pPr>
            <a:lvl7pPr>
              <a:defRPr sz="1200">
                <a:solidFill>
                  <a:schemeClr val="bg1">
                    <a:lumMod val="50000"/>
                  </a:schemeClr>
                </a:solidFill>
              </a:defRPr>
            </a:lvl7pPr>
          </a:lstStyle>
          <a:p>
            <a:pPr lvl="0"/>
            <a:r>
              <a:rPr lang="de-DE" dirty="0"/>
              <a:t>Text hinzufügen</a:t>
            </a:r>
          </a:p>
          <a:p>
            <a:pPr lvl="1"/>
            <a:r>
              <a:rPr lang="de-DE" dirty="0"/>
              <a:t>Ebene 1</a:t>
            </a:r>
          </a:p>
          <a:p>
            <a:pPr lvl="2"/>
            <a:r>
              <a:rPr lang="de-DE" dirty="0"/>
              <a:t>Ebene 2 Dritte Ebene</a:t>
            </a:r>
          </a:p>
          <a:p>
            <a:pPr lvl="3"/>
            <a:r>
              <a:rPr lang="de-DE" dirty="0"/>
              <a:t>Ebene 3</a:t>
            </a:r>
          </a:p>
          <a:p>
            <a:pPr lvl="4"/>
            <a:r>
              <a:rPr lang="de-DE" dirty="0"/>
              <a:t>Ebene 4</a:t>
            </a:r>
          </a:p>
          <a:p>
            <a:pPr lvl="5"/>
            <a:r>
              <a:rPr lang="de-DE" dirty="0"/>
              <a:t>Ebene 5</a:t>
            </a:r>
          </a:p>
          <a:p>
            <a:pPr lvl="6"/>
            <a:r>
              <a:rPr lang="de-DE" dirty="0"/>
              <a:t>Ebene 6</a:t>
            </a:r>
          </a:p>
          <a:p>
            <a:pPr lvl="6"/>
            <a:endParaRPr lang="de-AT" dirty="0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8CB99324-6A91-47F9-A672-35C7EFF32E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6" name="Titel 11">
            <a:extLst>
              <a:ext uri="{FF2B5EF4-FFF2-40B4-BE49-F238E27FC236}">
                <a16:creationId xmlns:a16="http://schemas.microsoft.com/office/drawing/2014/main" id="{DB8A2310-7569-42A4-9377-F6A1F1823C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760660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C54037FD-C92E-4B00-BE28-86770DEE7B2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16245" y="2573458"/>
            <a:ext cx="5380037" cy="395246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defRPr sz="1400">
                <a:solidFill>
                  <a:schemeClr val="bg1">
                    <a:lumMod val="50000"/>
                  </a:schemeClr>
                </a:solidFill>
              </a:defRPr>
            </a:lvl6pPr>
            <a:lvl7pPr>
              <a:defRPr sz="1200">
                <a:solidFill>
                  <a:schemeClr val="bg1">
                    <a:lumMod val="50000"/>
                  </a:schemeClr>
                </a:solidFill>
              </a:defRPr>
            </a:lvl7pPr>
          </a:lstStyle>
          <a:p>
            <a:pPr lvl="0"/>
            <a:r>
              <a:rPr lang="de-DE" dirty="0"/>
              <a:t>Text hinzufügen</a:t>
            </a:r>
          </a:p>
          <a:p>
            <a:pPr lvl="1"/>
            <a:r>
              <a:rPr lang="de-DE" dirty="0"/>
              <a:t>Ebene 1</a:t>
            </a:r>
          </a:p>
          <a:p>
            <a:pPr lvl="2"/>
            <a:r>
              <a:rPr lang="de-DE" dirty="0"/>
              <a:t>Ebene 2 Dritte Ebene</a:t>
            </a:r>
          </a:p>
          <a:p>
            <a:pPr lvl="3"/>
            <a:r>
              <a:rPr lang="de-DE" dirty="0"/>
              <a:t>Ebene 3</a:t>
            </a:r>
          </a:p>
          <a:p>
            <a:pPr lvl="4"/>
            <a:r>
              <a:rPr lang="de-DE" dirty="0"/>
              <a:t>Ebene 4</a:t>
            </a:r>
          </a:p>
          <a:p>
            <a:pPr lvl="5"/>
            <a:r>
              <a:rPr lang="de-DE" dirty="0"/>
              <a:t>Ebene 5</a:t>
            </a:r>
          </a:p>
          <a:p>
            <a:pPr lvl="6"/>
            <a:r>
              <a:rPr lang="de-DE" dirty="0"/>
              <a:t>Ebene 6</a:t>
            </a:r>
          </a:p>
          <a:p>
            <a:pPr lvl="6"/>
            <a:endParaRPr lang="de-AT" dirty="0"/>
          </a:p>
        </p:txBody>
      </p:sp>
      <p:sp>
        <p:nvSpPr>
          <p:cNvPr id="13" name="Inhaltsplatzhalter 9">
            <a:extLst>
              <a:ext uri="{FF2B5EF4-FFF2-40B4-BE49-F238E27FC236}">
                <a16:creationId xmlns:a16="http://schemas.microsoft.com/office/drawing/2014/main" id="{975D2135-DD86-4FAE-BB5B-F468DF2B835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096000" y="2585362"/>
            <a:ext cx="5475314" cy="394056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defRPr sz="1400">
                <a:solidFill>
                  <a:schemeClr val="bg1">
                    <a:lumMod val="50000"/>
                  </a:schemeClr>
                </a:solidFill>
              </a:defRPr>
            </a:lvl6pPr>
            <a:lvl7pPr>
              <a:defRPr sz="1200">
                <a:solidFill>
                  <a:schemeClr val="bg1">
                    <a:lumMod val="50000"/>
                  </a:schemeClr>
                </a:solidFill>
              </a:defRPr>
            </a:lvl7pPr>
          </a:lstStyle>
          <a:p>
            <a:pPr lvl="0"/>
            <a:r>
              <a:rPr lang="de-DE" dirty="0"/>
              <a:t>Text hinzufügen</a:t>
            </a:r>
          </a:p>
          <a:p>
            <a:pPr lvl="1"/>
            <a:r>
              <a:rPr lang="de-DE" dirty="0"/>
              <a:t>Ebene 1</a:t>
            </a:r>
          </a:p>
          <a:p>
            <a:pPr lvl="2"/>
            <a:r>
              <a:rPr lang="de-DE" dirty="0"/>
              <a:t>Ebene 2 Dritte Ebene</a:t>
            </a:r>
          </a:p>
          <a:p>
            <a:pPr lvl="3"/>
            <a:r>
              <a:rPr lang="de-DE" dirty="0"/>
              <a:t>Ebene 3</a:t>
            </a:r>
          </a:p>
          <a:p>
            <a:pPr lvl="4"/>
            <a:r>
              <a:rPr lang="de-DE" dirty="0"/>
              <a:t>Ebene 4</a:t>
            </a:r>
          </a:p>
          <a:p>
            <a:pPr lvl="5"/>
            <a:r>
              <a:rPr lang="de-DE" dirty="0"/>
              <a:t>Ebene 5</a:t>
            </a:r>
          </a:p>
          <a:p>
            <a:pPr lvl="6"/>
            <a:r>
              <a:rPr lang="de-DE" dirty="0"/>
              <a:t>Ebene 6</a:t>
            </a:r>
          </a:p>
          <a:p>
            <a:pPr lvl="6"/>
            <a:endParaRPr lang="de-AT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72017B6-6E22-4373-AC89-48470451F8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6245" y="1985629"/>
            <a:ext cx="5380037" cy="597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5">
            <a:extLst>
              <a:ext uri="{FF2B5EF4-FFF2-40B4-BE49-F238E27FC236}">
                <a16:creationId xmlns:a16="http://schemas.microsoft.com/office/drawing/2014/main" id="{B5621AC4-0464-4423-8577-EFB1774108B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96000" y="1987672"/>
            <a:ext cx="5475314" cy="583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bg1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53F7550E-902E-4004-858B-B1822A31EE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756426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+Inhal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B7636B8-17C6-03E7-7D71-DDA2A0F6BD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694" y="232380"/>
            <a:ext cx="2114320" cy="211432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D4CD2DB-D55B-038F-4360-C237760E6BB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990" y="790199"/>
            <a:ext cx="3446210" cy="3446210"/>
          </a:xfrm>
          <a:prstGeom prst="rect">
            <a:avLst/>
          </a:prstGeom>
        </p:spPr>
      </p:pic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5D380C10-159B-4DBC-9718-0773520D11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E4D85D58-F7D8-4800-9967-B091A59EAC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4" name="Titel 11">
            <a:extLst>
              <a:ext uri="{FF2B5EF4-FFF2-40B4-BE49-F238E27FC236}">
                <a16:creationId xmlns:a16="http://schemas.microsoft.com/office/drawing/2014/main" id="{B539A8A0-638E-41B5-8721-4F6B6395F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061073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+Inhal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B7636B8-17C6-03E7-7D71-DDA2A0F6BD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899" y="4498545"/>
            <a:ext cx="4597756" cy="459775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D4CD2DB-D55B-038F-4360-C237760E6BB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895" y="3327432"/>
            <a:ext cx="2571927" cy="2571927"/>
          </a:xfrm>
          <a:prstGeom prst="rect">
            <a:avLst/>
          </a:prstGeom>
        </p:spPr>
      </p:pic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9F53F5D3-179F-ADFB-BD9D-9537E97644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8723" y="6351199"/>
            <a:ext cx="4522513" cy="21674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D464DE02-A19F-48B8-B92E-4C5077D282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5" y="2359455"/>
            <a:ext cx="10855068" cy="4266165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B6B2E85-8429-4966-9981-B9D47C2E67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D8C5E27D-A7B8-485C-9F13-EC8E29AE00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EE9F2D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699634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Star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A467AC4-180D-DCE5-F5FF-B33A94A096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947" y="0"/>
            <a:ext cx="12210947" cy="69469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5" name="Titel 11">
            <a:extLst>
              <a:ext uri="{FF2B5EF4-FFF2-40B4-BE49-F238E27FC236}">
                <a16:creationId xmlns:a16="http://schemas.microsoft.com/office/drawing/2014/main" id="{E3BA9D4B-933C-4D99-AE62-364B11B366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317" y="2661425"/>
            <a:ext cx="7910758" cy="5866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291504D8-EADE-49B0-94AC-CB42CC4E61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317" y="3391394"/>
            <a:ext cx="6186734" cy="43716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17890210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A467AC4-180D-DCE5-F5FF-B33A94A096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0947" cy="69469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A5559EB-691B-67F1-F8EC-D13DB012F6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6381" y="4689840"/>
            <a:ext cx="5556250" cy="555625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2" name="Textplatzhalter 17">
            <a:extLst>
              <a:ext uri="{FF2B5EF4-FFF2-40B4-BE49-F238E27FC236}">
                <a16:creationId xmlns:a16="http://schemas.microsoft.com/office/drawing/2014/main" id="{3A788AC6-92F9-6A79-E63D-26E55375F8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7356" y="6295587"/>
            <a:ext cx="4522513" cy="2651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86DD3BD5-C08A-491F-8E43-8E37CD030B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9E1B8CA1-0AAF-4EB7-BC03-53B9D185F6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2708483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Titelfoli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A467AC4-180D-DCE5-F5FF-B33A94A096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10947" cy="69469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A5559EB-691B-67F1-F8EC-D13DB012F6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1724" y="4135067"/>
            <a:ext cx="5556250" cy="555625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A8EB2CB8-4CD4-4909-ACFC-2E7E3644479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7356" y="4938484"/>
            <a:ext cx="4522513" cy="1744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endParaRPr lang="de-AT" dirty="0"/>
          </a:p>
        </p:txBody>
      </p:sp>
      <p:sp>
        <p:nvSpPr>
          <p:cNvPr id="14" name="Titel 11">
            <a:extLst>
              <a:ext uri="{FF2B5EF4-FFF2-40B4-BE49-F238E27FC236}">
                <a16:creationId xmlns:a16="http://schemas.microsoft.com/office/drawing/2014/main" id="{C6D04D94-CBF2-426F-B5BC-A31F510A21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B0AC2C87-FA61-42D7-B5D5-3B3EFBE7F0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3948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Titel+Inhal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8728043-D213-4BCD-A66F-E656F580AC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E5004AD0-4CFB-4F75-A94E-86543FB084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1" name="Titel 11">
            <a:extLst>
              <a:ext uri="{FF2B5EF4-FFF2-40B4-BE49-F238E27FC236}">
                <a16:creationId xmlns:a16="http://schemas.microsoft.com/office/drawing/2014/main" id="{13172C72-3725-4A1C-8520-B7D0A485A6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0795A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7362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Titel+Inhal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F3E75E5-CBB6-311C-39B3-03C5C38A63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637" y="-1143340"/>
            <a:ext cx="3662833" cy="366283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ADD86DB-82B8-69EB-0263-5F22AFBEADD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799" y="602646"/>
            <a:ext cx="3821316" cy="3821316"/>
          </a:xfrm>
          <a:prstGeom prst="rect">
            <a:avLst/>
          </a:prstGeom>
        </p:spPr>
      </p:pic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5A6D17BB-D977-4A99-A19D-987E1FB9B7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29240B3-BAE2-46FF-AF98-7BF714C97B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DCCD4ABB-C455-4BDE-8F24-165EC971AA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0795A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863751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sundheit_Titel+Inhal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F3E75E5-CBB6-311C-39B3-03C5C38A63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899" y="3600481"/>
            <a:ext cx="4597756" cy="459775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9F53F5D3-179F-ADFB-BD9D-9537E97644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8723" y="6351199"/>
            <a:ext cx="4522513" cy="21674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ADD86DB-82B8-69EB-0263-5F22AFBEADD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023" y="3699401"/>
            <a:ext cx="2552878" cy="2552878"/>
          </a:xfrm>
          <a:prstGeom prst="rect">
            <a:avLst/>
          </a:prstGeom>
        </p:spPr>
      </p:pic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8385222E-ADD5-48C5-BC18-2B64CA9BBB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70BEFF0A-B831-413B-B768-3E0FF6B5E1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94FC60C5-182E-4593-A258-42773BD202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0795A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1222346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Star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2714BA5-807F-FD14-D853-EDEA7CDAE3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8734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3" name="Titel 11">
            <a:extLst>
              <a:ext uri="{FF2B5EF4-FFF2-40B4-BE49-F238E27FC236}">
                <a16:creationId xmlns:a16="http://schemas.microsoft.com/office/drawing/2014/main" id="{EE33A2D0-A7A3-431F-BC02-7AAC945F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317" y="2661425"/>
            <a:ext cx="7910758" cy="5866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0EEA67C5-3661-47AB-834A-E4590821CF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317" y="3391394"/>
            <a:ext cx="6186734" cy="43716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35238521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2714BA5-807F-FD14-D853-EDEA7CDAE3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8734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6DBE677-0B3B-1675-B3B2-DFD191965C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6381" y="4724372"/>
            <a:ext cx="5556250" cy="555625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2" name="Textplatzhalter 17">
            <a:extLst>
              <a:ext uri="{FF2B5EF4-FFF2-40B4-BE49-F238E27FC236}">
                <a16:creationId xmlns:a16="http://schemas.microsoft.com/office/drawing/2014/main" id="{E677F354-CFC6-D947-F29D-A0692FE991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7356" y="6359087"/>
            <a:ext cx="4522513" cy="2651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14" name="Titel 11">
            <a:extLst>
              <a:ext uri="{FF2B5EF4-FFF2-40B4-BE49-F238E27FC236}">
                <a16:creationId xmlns:a16="http://schemas.microsoft.com/office/drawing/2014/main" id="{1FAB93BA-F482-4037-A388-E119DC1BF3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DD726F1B-4CB5-43C8-A1B5-3A60E70862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8844856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2714BA5-807F-FD14-D853-EDEA7CDAE3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8734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6DBE677-0B3B-1675-B3B2-DFD191965C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1724" y="4074347"/>
            <a:ext cx="5556250" cy="555625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4C3EBFE8-A1A6-4C47-8748-F16526CC197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7356" y="4938484"/>
            <a:ext cx="4522513" cy="1744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endParaRPr lang="de-AT" dirty="0"/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3954FDCF-ECC1-4B68-9581-BFF3CBB99B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AEC4F5A0-05B2-4841-A146-D791490380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14601423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Titel+Inhal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C6622D17-7CF6-4F64-9DA6-B690190D1B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8D22DB70-FC0C-47F4-8224-3A3C572573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0" name="Titel 11">
            <a:extLst>
              <a:ext uri="{FF2B5EF4-FFF2-40B4-BE49-F238E27FC236}">
                <a16:creationId xmlns:a16="http://schemas.microsoft.com/office/drawing/2014/main" id="{1AFA7672-2C98-44D1-BD7D-8C7BAF5014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75BB5B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1931161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Titel+Inhal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03ECE9D-966C-8E94-D231-8FBF39DC6A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6133" y="354070"/>
            <a:ext cx="2607442" cy="260744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E5102C4-8E31-149D-F418-5ACD61E76D9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474" y="-2468019"/>
            <a:ext cx="4244280" cy="4244280"/>
          </a:xfrm>
          <a:prstGeom prst="rect">
            <a:avLst/>
          </a:prstGeom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C8A89A8A-57C4-4C2B-9142-1091116906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2BB06432-DEBE-4A31-94B9-2898D0C67C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1" name="Titel 11">
            <a:extLst>
              <a:ext uri="{FF2B5EF4-FFF2-40B4-BE49-F238E27FC236}">
                <a16:creationId xmlns:a16="http://schemas.microsoft.com/office/drawing/2014/main" id="{E819BFCD-B1A0-4710-9ED8-0163609E81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75BB5B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6891331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eUmwelt_Titel+Inhal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03ECE9D-966C-8E94-D231-8FBF39DC6A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03" y="4853623"/>
            <a:ext cx="4522512" cy="452251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E5102C4-8E31-149D-F418-5ACD61E76D9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01307"/>
            <a:ext cx="3287506" cy="3287506"/>
          </a:xfrm>
          <a:prstGeom prst="rect">
            <a:avLst/>
          </a:prstGeom>
        </p:spPr>
      </p:pic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3B21FFA7-A41E-40BC-9374-33FB80A663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8723" y="6351199"/>
            <a:ext cx="4522513" cy="21674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94E19685-2607-4E7E-925E-C3B9B2F772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6BFE9D70-69FC-4676-9C31-4948D87F0A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54E76D2F-8E7B-4A76-8711-1224277AF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75BB5B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0621551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Star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1AC84DA-5130-1CD2-5D56-F2347AFF07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66856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13" name="Titel 11">
            <a:extLst>
              <a:ext uri="{FF2B5EF4-FFF2-40B4-BE49-F238E27FC236}">
                <a16:creationId xmlns:a16="http://schemas.microsoft.com/office/drawing/2014/main" id="{8594FBB4-8B55-450B-A4F1-5EB697B147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317" y="2661425"/>
            <a:ext cx="7910758" cy="5866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CE8E8FEF-605D-4D3A-9033-2691DD01FB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317" y="3391394"/>
            <a:ext cx="6186734" cy="43716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17932576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1AC84DA-5130-1CD2-5D56-F2347AFF07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94"/>
            <a:ext cx="12192000" cy="696685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DEA80BA-93CA-E6A3-1A5B-6055B373BD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2828" y="4704544"/>
            <a:ext cx="5566754" cy="5566754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2" name="Textplatzhalter 17">
            <a:extLst>
              <a:ext uri="{FF2B5EF4-FFF2-40B4-BE49-F238E27FC236}">
                <a16:creationId xmlns:a16="http://schemas.microsoft.com/office/drawing/2014/main" id="{A8E71611-78A7-E0FB-8075-7BCE7214B4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7356" y="6359087"/>
            <a:ext cx="4522513" cy="2651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0B5DCF55-11DD-4B5A-8915-8D70788B13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EA6C4AE-A851-46E4-B835-710B0EDA77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6530685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1AC84DA-5130-1CD2-5D56-F2347AFF07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6685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DEA80BA-93CA-E6A3-1A5B-6055B373BD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2228" y="3915527"/>
            <a:ext cx="5566754" cy="5566754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B5421ABD-D481-48A3-8970-498FF21248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7356" y="4938484"/>
            <a:ext cx="4522513" cy="1744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endParaRPr lang="de-AT" dirty="0"/>
          </a:p>
        </p:txBody>
      </p:sp>
      <p:sp>
        <p:nvSpPr>
          <p:cNvPr id="14" name="Titel 11">
            <a:extLst>
              <a:ext uri="{FF2B5EF4-FFF2-40B4-BE49-F238E27FC236}">
                <a16:creationId xmlns:a16="http://schemas.microsoft.com/office/drawing/2014/main" id="{711088D8-07DB-4A9A-A580-02925D68F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5B3FE2AE-9760-4C6D-9563-D3ADB5EF33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6655525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Titel+Inhal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C35BBC92-1B44-4EB4-A842-82AD668B1A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BDB4E2F-3ACC-41D9-94D4-2F535908A5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9" name="Titel 11">
            <a:extLst>
              <a:ext uri="{FF2B5EF4-FFF2-40B4-BE49-F238E27FC236}">
                <a16:creationId xmlns:a16="http://schemas.microsoft.com/office/drawing/2014/main" id="{C4811B2C-97DF-48E7-8B5B-4B5A6121E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F354E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8984133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Titel+Inhal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5876453C-25FE-AECC-080C-8FB5D52799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558" y="-325782"/>
            <a:ext cx="3187700" cy="31877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0F6C9E97-B3CD-FA4E-5FC7-62DABD38BC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000" y="-3878080"/>
            <a:ext cx="5566754" cy="55667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AB6DCF1B-518E-4260-968D-F2B004FE50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16036BE2-18B3-4D0D-AFFE-79E5AEF2FC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4C638DE2-EB32-4719-8919-AA8625048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F354E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5581639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rtschaft_Titel+Inhal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5876453C-25FE-AECC-080C-8FB5D52799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457" y="5466282"/>
            <a:ext cx="3187700" cy="31877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0F6C9E97-B3CD-FA4E-5FC7-62DABD38BCD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623" y="3429000"/>
            <a:ext cx="5566754" cy="55667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9F53F5D3-179F-ADFB-BD9D-9537E97644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8723" y="6351199"/>
            <a:ext cx="4522513" cy="21674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C7599F31-1E74-43A5-BAA2-8C659BFFC4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E84827AD-0CA9-4CC7-98A0-6256C6BFA3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DD7B6408-99CE-4AF6-A225-BBE89B4319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0F354E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23280902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Star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AF38AB83-BB93-9D4F-D28B-C43A0F4A6C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365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6" name="Titel 11">
            <a:extLst>
              <a:ext uri="{FF2B5EF4-FFF2-40B4-BE49-F238E27FC236}">
                <a16:creationId xmlns:a16="http://schemas.microsoft.com/office/drawing/2014/main" id="{81A1D44E-36B7-4B56-819F-C666D3A903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317" y="2661425"/>
            <a:ext cx="7910758" cy="5866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A94BD06B-7880-4088-940C-BCDED9E489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317" y="3391394"/>
            <a:ext cx="6186734" cy="43716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29484231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Titelfoli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AF38AB83-BB93-9D4F-D28B-C43A0F4A6C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36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79A8DB2-34FF-E2C6-C61C-769DDFA401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7184" y="4684052"/>
            <a:ext cx="5566753" cy="5566753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9" name="Textplatzhalter 17">
            <a:extLst>
              <a:ext uri="{FF2B5EF4-FFF2-40B4-BE49-F238E27FC236}">
                <a16:creationId xmlns:a16="http://schemas.microsoft.com/office/drawing/2014/main" id="{F7304543-6D34-0AB9-DB47-B0158F53B7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7356" y="6359087"/>
            <a:ext cx="4522513" cy="26517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C359018C-9FB8-41D3-A53A-EE1F8D3C1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F1BA47F-9FD1-4EB9-87EA-DF6F893EAE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11460820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Titelfoli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AF38AB83-BB93-9D4F-D28B-C43A0F4A6C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636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79A8DB2-34FF-E2C6-C61C-769DDFA401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6584" y="3926231"/>
            <a:ext cx="5566753" cy="5566753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A75406-E4A5-7A9A-D060-4A03E350E79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6" y="429826"/>
            <a:ext cx="2102371" cy="761729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C0A480DE-CC52-469C-AF7B-323F57CBBF0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7356" y="4938484"/>
            <a:ext cx="4522513" cy="17444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endParaRPr lang="de-AT" dirty="0"/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D13F0ED5-B6F8-434D-AB89-3664224B06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56" y="2183737"/>
            <a:ext cx="5310433" cy="118443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4000"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TITEL DER </a:t>
            </a:r>
            <a:br>
              <a:rPr lang="de-DE" dirty="0"/>
            </a:br>
            <a:r>
              <a:rPr lang="de-DE" dirty="0"/>
              <a:t>VERANSTALTUNG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69DC9FE3-2631-423E-BDFD-9AEFCE0084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" y="3489829"/>
            <a:ext cx="6101008" cy="390794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b="1" i="0" cap="all" baseline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</p:spTree>
    <p:extLst>
      <p:ext uri="{BB962C8B-B14F-4D97-AF65-F5344CB8AC3E}">
        <p14:creationId xmlns:p14="http://schemas.microsoft.com/office/powerpoint/2010/main" val="2940248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Titel+Inhal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E84867F1-F3F4-4276-9C58-76E45FD15B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81295B8-4967-41C8-89E1-BE046752DF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9" name="Titel 11">
            <a:extLst>
              <a:ext uri="{FF2B5EF4-FFF2-40B4-BE49-F238E27FC236}">
                <a16:creationId xmlns:a16="http://schemas.microsoft.com/office/drawing/2014/main" id="{97713EAD-23CB-4666-B0C1-CB769C80B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61A4C5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42095508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Titel+Inhal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DB9E0E7A-FEAD-0452-4A12-3E28EAFE5F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175" y="5437415"/>
            <a:ext cx="2841169" cy="284116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9AAFE6E-A763-3CF8-A386-154EC5F093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2272" y="4748623"/>
            <a:ext cx="4218754" cy="42187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B57C7FDF-4A13-4531-B5D3-9121D491A4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82A0B7E1-E0A9-4048-A9FD-9AEED72A6B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1" name="Titel 11">
            <a:extLst>
              <a:ext uri="{FF2B5EF4-FFF2-40B4-BE49-F238E27FC236}">
                <a16:creationId xmlns:a16="http://schemas.microsoft.com/office/drawing/2014/main" id="{347BC832-CB59-4E92-AF47-3A0416A7F5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61A4C5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91334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_Titel+Inhal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DB9E0E7A-FEAD-0452-4A12-3E28EAFE5F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875" y="4891431"/>
            <a:ext cx="5566753" cy="556675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9AAFE6E-A763-3CF8-A386-154EC5F093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7251" y="2202719"/>
            <a:ext cx="4218754" cy="42187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ED4107-B329-FBCF-E6AD-28C253CA5B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57" y="427858"/>
            <a:ext cx="1436413" cy="520439"/>
          </a:xfrm>
          <a:prstGeom prst="rect">
            <a:avLst/>
          </a:prstGeom>
        </p:spPr>
      </p:pic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9F53F5D3-179F-ADFB-BD9D-9537E97644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8723" y="6351199"/>
            <a:ext cx="4522513" cy="21674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+mj-lt"/>
                <a:ea typeface="Source Sans Pro" panose="020B0503030403020204" pitchFamily="34" charset="0"/>
              </a:defRPr>
            </a:lvl1pPr>
          </a:lstStyle>
          <a:p>
            <a:r>
              <a:rPr lang="de-AT" b="1" dirty="0">
                <a:effectLst/>
                <a:latin typeface="Source Sans Pro" panose="020B0503030403020204" pitchFamily="34" charset="0"/>
              </a:rPr>
              <a:t>WIR BRINGEN BESONDERES ZUSAMMEN</a:t>
            </a:r>
            <a:endParaRPr lang="de-AT" dirty="0">
              <a:effectLst/>
              <a:latin typeface="Source Sans Pro" panose="020B0503030403020204" pitchFamily="34" charset="0"/>
            </a:endParaRP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B370ADFE-5076-4A5C-8020-58FFBB9B9B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6244" y="2273136"/>
            <a:ext cx="10829123" cy="415700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857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Tahoma" panose="020B060403050404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742950" indent="-285750">
              <a:lnSpc>
                <a:spcPct val="150000"/>
              </a:lnSpc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  <a:lvl6pPr>
              <a:lnSpc>
                <a:spcPct val="15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6pPr>
            <a:lvl7pPr>
              <a:lnSpc>
                <a:spcPct val="150000"/>
              </a:lnSpc>
              <a:defRPr sz="1200">
                <a:ln>
                  <a:noFill/>
                </a:ln>
                <a:solidFill>
                  <a:schemeClr val="bg1">
                    <a:lumMod val="50000"/>
                  </a:schemeClr>
                </a:solidFill>
              </a:defRPr>
            </a:lvl7pPr>
            <a:lvl8pPr marL="3200400" indent="0">
              <a:buNone/>
              <a:defRPr/>
            </a:lvl8pPr>
          </a:lstStyle>
          <a:p>
            <a:pPr lvl="0"/>
            <a:r>
              <a:rPr lang="de-AT" dirty="0"/>
              <a:t>Text hinzufügen</a:t>
            </a:r>
          </a:p>
          <a:p>
            <a:pPr lvl="1"/>
            <a:r>
              <a:rPr lang="de-AT" dirty="0"/>
              <a:t>Ebene 1</a:t>
            </a:r>
          </a:p>
          <a:p>
            <a:pPr lvl="2"/>
            <a:r>
              <a:rPr lang="de-AT" dirty="0"/>
              <a:t>Ebene 2</a:t>
            </a:r>
          </a:p>
          <a:p>
            <a:pPr lvl="3"/>
            <a:r>
              <a:rPr lang="de-AT" dirty="0"/>
              <a:t>Ebene 3</a:t>
            </a:r>
          </a:p>
          <a:p>
            <a:pPr lvl="4"/>
            <a:r>
              <a:rPr lang="de-AT" dirty="0"/>
              <a:t>Ebene 4</a:t>
            </a:r>
          </a:p>
          <a:p>
            <a:pPr lvl="5"/>
            <a:r>
              <a:rPr lang="de-AT" dirty="0"/>
              <a:t>Ebene 5</a:t>
            </a:r>
          </a:p>
          <a:p>
            <a:pPr lvl="6"/>
            <a:r>
              <a:rPr lang="de-AT" dirty="0"/>
              <a:t>Ebene 6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7210168E-9CEC-486D-BCD5-8C52AA3640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6244" y="1932063"/>
            <a:ext cx="10855069" cy="315130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buNone/>
              <a:defRPr sz="2200" b="1" i="0" baseline="0">
                <a:solidFill>
                  <a:srgbClr val="6F6447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SUBLINE, WEITERE INFORMATIONEN</a:t>
            </a:r>
          </a:p>
        </p:txBody>
      </p:sp>
      <p:sp>
        <p:nvSpPr>
          <p:cNvPr id="13" name="Titel 11">
            <a:extLst>
              <a:ext uri="{FF2B5EF4-FFF2-40B4-BE49-F238E27FC236}">
                <a16:creationId xmlns:a16="http://schemas.microsoft.com/office/drawing/2014/main" id="{50D0746D-BA88-4F55-AD2D-B1C42C38DB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6246" y="1242750"/>
            <a:ext cx="10855069" cy="66337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>
              <a:defRPr sz="3600" b="1" i="0" baseline="0">
                <a:solidFill>
                  <a:srgbClr val="61A4C5"/>
                </a:solidFill>
                <a:latin typeface="Tahoma" panose="020B060403050404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de-DE" dirty="0"/>
              <a:t>DIESES IST EIN BLINDTEXT</a:t>
            </a:r>
          </a:p>
        </p:txBody>
      </p:sp>
    </p:spTree>
    <p:extLst>
      <p:ext uri="{BB962C8B-B14F-4D97-AF65-F5344CB8AC3E}">
        <p14:creationId xmlns:p14="http://schemas.microsoft.com/office/powerpoint/2010/main" val="34281604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en und Far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B4B2028-D1BF-4E44-8CF2-4B4172ABF6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ADAB1E-562C-4A0C-BE6F-79046C0C74F7}" type="slidenum">
              <a:rPr lang="de-DE" smtClean="0"/>
              <a:t>‹#›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6E06280-0FAC-44C3-99CC-BEC7BCD4D3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688" y="2715925"/>
            <a:ext cx="1841521" cy="184152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5A5F2EE-951E-4899-9C20-19629086BA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400" y="2698629"/>
            <a:ext cx="1843200" cy="18432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8BA783E-C7BA-4608-B941-4F7FBCEAC5F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112" y="2714246"/>
            <a:ext cx="1843200" cy="18432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D54752F-69BA-4E8C-8DB6-09AD1286279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0600" y="2714246"/>
            <a:ext cx="1843200" cy="1843200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5FB5CC22-5AAA-43F8-982C-86C26F7F3169}"/>
              </a:ext>
            </a:extLst>
          </p:cNvPr>
          <p:cNvSpPr txBox="1"/>
          <p:nvPr userDrawn="1"/>
        </p:nvSpPr>
        <p:spPr>
          <a:xfrm>
            <a:off x="1039709" y="4665072"/>
            <a:ext cx="14463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AT" dirty="0"/>
              <a:t>Hauptfarbe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b="0" i="0" dirty="0">
                <a:solidFill>
                  <a:schemeClr val="tx1"/>
                </a:solidFill>
                <a:effectLst/>
              </a:rPr>
              <a:t>#f7a600</a:t>
            </a:r>
            <a:endParaRPr lang="de-AT" dirty="0">
              <a:solidFill>
                <a:schemeClr val="tx1"/>
              </a:solidFill>
            </a:endParaRPr>
          </a:p>
          <a:p>
            <a:pPr algn="ctr"/>
            <a:endParaRPr lang="de-AT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171F0D3-2C27-46C4-98F3-ECFB661DAC40}"/>
              </a:ext>
            </a:extLst>
          </p:cNvPr>
          <p:cNvSpPr txBox="1"/>
          <p:nvPr userDrawn="1"/>
        </p:nvSpPr>
        <p:spPr>
          <a:xfrm>
            <a:off x="2684248" y="4665072"/>
            <a:ext cx="2668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dirty="0"/>
              <a:t>Informationstechnologie</a:t>
            </a:r>
          </a:p>
          <a:p>
            <a:pPr algn="ctr"/>
            <a:r>
              <a:rPr lang="de-AT" dirty="0"/>
              <a:t>#6cb0d9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162EB75-B278-4570-BB01-A7714014B867}"/>
              </a:ext>
            </a:extLst>
          </p:cNvPr>
          <p:cNvSpPr txBox="1"/>
          <p:nvPr userDrawn="1"/>
        </p:nvSpPr>
        <p:spPr>
          <a:xfrm>
            <a:off x="7219844" y="4683095"/>
            <a:ext cx="20837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AT" dirty="0"/>
              <a:t>Energie &amp; Umwelt</a:t>
            </a:r>
            <a:br>
              <a:rPr lang="de-AT" dirty="0"/>
            </a:br>
            <a:r>
              <a:rPr lang="de-AT" dirty="0"/>
              <a:t>#87ba4a</a:t>
            </a:r>
          </a:p>
          <a:p>
            <a:pPr algn="ctr"/>
            <a:endParaRPr lang="de-AT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DE99240-1ABC-4BC5-8331-1D9D23F7FD06}"/>
              </a:ext>
            </a:extLst>
          </p:cNvPr>
          <p:cNvSpPr txBox="1"/>
          <p:nvPr userDrawn="1"/>
        </p:nvSpPr>
        <p:spPr>
          <a:xfrm>
            <a:off x="9791373" y="4665072"/>
            <a:ext cx="13609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dirty="0"/>
              <a:t>Gesundheit</a:t>
            </a:r>
            <a:br>
              <a:rPr lang="de-AT" dirty="0"/>
            </a:br>
            <a:r>
              <a:rPr lang="de-AT" dirty="0"/>
              <a:t>#007852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0321547-914E-4CEF-8182-22B2EB9B787E}"/>
              </a:ext>
            </a:extLst>
          </p:cNvPr>
          <p:cNvSpPr txBox="1"/>
          <p:nvPr userDrawn="1"/>
        </p:nvSpPr>
        <p:spPr>
          <a:xfrm>
            <a:off x="5392696" y="4665072"/>
            <a:ext cx="12669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dirty="0"/>
              <a:t>Wirtschaft</a:t>
            </a:r>
            <a:br>
              <a:rPr lang="de-AT" dirty="0"/>
            </a:br>
            <a:r>
              <a:rPr lang="de-AT" dirty="0"/>
              <a:t>#003a60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AA0F97A-5C00-492A-8BDD-1AA790339E02}"/>
              </a:ext>
            </a:extLst>
          </p:cNvPr>
          <p:cNvSpPr txBox="1"/>
          <p:nvPr userDrawn="1"/>
        </p:nvSpPr>
        <p:spPr>
          <a:xfrm>
            <a:off x="838200" y="328468"/>
            <a:ext cx="5189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b="1" dirty="0">
                <a:solidFill>
                  <a:srgbClr val="FAA942"/>
                </a:solidFill>
              </a:rPr>
              <a:t>Formen und Farben: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7CBE699-2365-4FD1-A803-7BE59F8AC2F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97" y="2651641"/>
            <a:ext cx="1843200" cy="18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78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9246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DAB1E-562C-4A0C-BE6F-79046C0C74F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2063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93" r:id="rId5"/>
    <p:sldLayoutId id="2147483692" r:id="rId6"/>
    <p:sldLayoutId id="2147483690" r:id="rId7"/>
    <p:sldLayoutId id="2147483691" r:id="rId8"/>
    <p:sldLayoutId id="2147483664" r:id="rId9"/>
    <p:sldLayoutId id="2147483663" r:id="rId10"/>
    <p:sldLayoutId id="2147483666" r:id="rId11"/>
    <p:sldLayoutId id="2147483667" r:id="rId12"/>
    <p:sldLayoutId id="2147483665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9" r:id="rId24"/>
    <p:sldLayoutId id="2147483678" r:id="rId25"/>
    <p:sldLayoutId id="2147483680" r:id="rId26"/>
    <p:sldLayoutId id="2147483681" r:id="rId27"/>
    <p:sldLayoutId id="2147483682" r:id="rId28"/>
    <p:sldLayoutId id="2147483683" r:id="rId29"/>
    <p:sldLayoutId id="2147483685" r:id="rId30"/>
    <p:sldLayoutId id="2147483684" r:id="rId31"/>
    <p:sldLayoutId id="2147483686" r:id="rId32"/>
    <p:sldLayoutId id="2147483688" r:id="rId33"/>
    <p:sldLayoutId id="2147483687" r:id="rId34"/>
    <p:sldLayoutId id="2147483689" r:id="rId3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0508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ill Sans MT" panose="020B0502020104020203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9DA8DE6-FFA1-4335-AD36-2E4EA6D3A3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96FAB6C-3E60-49F6-8B79-C28D2AF7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Bibliotheks-verwaltung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17B3ABC-57D2-4097-B711-9B89C9DF1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AT" dirty="0"/>
              <a:t>Kick-Off Präsentation</a:t>
            </a:r>
          </a:p>
          <a:p>
            <a:r>
              <a:rPr lang="de-AT" dirty="0"/>
              <a:t>Reisinger &amp; Mitsch</a:t>
            </a:r>
          </a:p>
        </p:txBody>
      </p:sp>
    </p:spTree>
    <p:extLst>
      <p:ext uri="{BB962C8B-B14F-4D97-AF65-F5344CB8AC3E}">
        <p14:creationId xmlns:p14="http://schemas.microsoft.com/office/powerpoint/2010/main" val="2603410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11D16-0342-A5ED-F42C-BEB2E2780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E7B307-9B48-7367-F88B-4CF4C87623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9CCBD-FD8E-2F99-691A-261856336B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T" dirty="0"/>
              <a:t>Bücher Verleih</a:t>
            </a:r>
          </a:p>
          <a:p>
            <a:pPr lvl="1"/>
            <a:r>
              <a:rPr lang="en-AT" dirty="0"/>
              <a:t>Kund:innen können maximal 5 Bücher gleichzeitig haben</a:t>
            </a:r>
          </a:p>
          <a:p>
            <a:pPr lvl="1"/>
            <a:r>
              <a:rPr lang="en-AT" dirty="0"/>
              <a:t>Verleih-Historie inkl. Datum der Ausleihe / Rückgabe</a:t>
            </a:r>
          </a:p>
          <a:p>
            <a:r>
              <a:rPr lang="en-AT" dirty="0"/>
              <a:t>Bücher Kontext Informationen (Standort, Genre, Publisher, Author:innen,…)</a:t>
            </a:r>
          </a:p>
          <a:p>
            <a:r>
              <a:rPr lang="en-AT" dirty="0"/>
              <a:t>Veranstaltungen (z.B. Lesungen, Autogrammstunden)</a:t>
            </a:r>
          </a:p>
          <a:p>
            <a:pPr marL="0" indent="0">
              <a:buNone/>
            </a:pPr>
            <a:endParaRPr lang="en-AT" dirty="0"/>
          </a:p>
          <a:p>
            <a:endParaRPr lang="en-AT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09A221-D0A8-9661-2C6A-B6CA8D92D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Anforderungen Bibliotheksverwaltung</a:t>
            </a:r>
          </a:p>
        </p:txBody>
      </p:sp>
    </p:spTree>
    <p:extLst>
      <p:ext uri="{BB962C8B-B14F-4D97-AF65-F5344CB8AC3E}">
        <p14:creationId xmlns:p14="http://schemas.microsoft.com/office/powerpoint/2010/main" val="3726723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17C9F-105F-5BBA-0E87-AB7BEEC26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Entity Relationship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062C2-C137-D5FE-12DB-8DF69DA5A5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55350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8391F-607D-7618-C6B0-494A486B7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A619AAE-89DE-B49B-376D-E9F187262A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647" y="-1"/>
            <a:ext cx="5552342" cy="685800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F6FF73-0D6F-AC93-68FD-A0DEACA47A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DDA23-2F53-9BF3-CAF1-31AB521017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6244" y="2387065"/>
            <a:ext cx="5043111" cy="4244471"/>
          </a:xfrm>
        </p:spPr>
        <p:txBody>
          <a:bodyPr/>
          <a:lstStyle/>
          <a:p>
            <a:r>
              <a:rPr lang="en-AT" dirty="0"/>
              <a:t>Kontext-Informationen rund um Bücher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C33DBD-97DB-FC18-131C-625D853B3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Abgedeckte Bereiche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C6F307-FA18-AAFF-6406-F732AE6AD904}"/>
              </a:ext>
            </a:extLst>
          </p:cNvPr>
          <p:cNvSpPr/>
          <p:nvPr/>
        </p:nvSpPr>
        <p:spPr>
          <a:xfrm>
            <a:off x="6311802" y="3672788"/>
            <a:ext cx="3637416" cy="318521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621025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4C7AA-209A-D224-C74F-F1689558B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494F12-5847-8842-C2D4-3EDE6584F8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9A3AB-4A02-55C3-0D88-EBB76AB382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6244" y="2387065"/>
            <a:ext cx="5043111" cy="4244471"/>
          </a:xfrm>
        </p:spPr>
        <p:txBody>
          <a:bodyPr/>
          <a:lstStyle/>
          <a:p>
            <a:r>
              <a:rPr lang="en-AT" dirty="0"/>
              <a:t>Informationen rund um Kund:innen sowie Events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99BB1C-A4FA-2C4A-021A-3B01D31DB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Abgedeckte Bereiche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CB46DC-01C3-4B7B-8F5C-AB9029889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647" y="-1"/>
            <a:ext cx="555234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7DDB40-87CE-DE47-FBE6-64E6D9F0AE2D}"/>
              </a:ext>
            </a:extLst>
          </p:cNvPr>
          <p:cNvSpPr/>
          <p:nvPr/>
        </p:nvSpPr>
        <p:spPr>
          <a:xfrm>
            <a:off x="10083114" y="1932063"/>
            <a:ext cx="2108885" cy="492593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008344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0CD3E-7885-1A96-72C2-6110109AF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D2E0CA-20D8-E63A-411A-0B9D64027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A7EAD-5D40-F284-3A52-486D01B8B44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6244" y="2387065"/>
            <a:ext cx="5043111" cy="4244471"/>
          </a:xfrm>
        </p:spPr>
        <p:txBody>
          <a:bodyPr/>
          <a:lstStyle/>
          <a:p>
            <a:r>
              <a:rPr lang="en-AT" dirty="0"/>
              <a:t>Wo ist ein Buch aktuell physisch auffindbar?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9120F7-BB5A-A5AE-8B0A-33D6D0250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Abgedeckte Bereiche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2F2216-2AFC-06E6-731B-5212D1405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647" y="-1"/>
            <a:ext cx="555234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DC9DD-89AA-A4B6-1393-62E1E4E5569B}"/>
              </a:ext>
            </a:extLst>
          </p:cNvPr>
          <p:cNvSpPr/>
          <p:nvPr/>
        </p:nvSpPr>
        <p:spPr>
          <a:xfrm>
            <a:off x="6892119" y="1"/>
            <a:ext cx="3698544" cy="20471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173337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94134-A5C9-C6E5-0831-2DAC48547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457A27-A667-4E89-7340-89118DDFAD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88409-CF01-2BEC-28C4-DA866B7C949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6244" y="2387065"/>
            <a:ext cx="5043111" cy="4244471"/>
          </a:xfrm>
        </p:spPr>
        <p:txBody>
          <a:bodyPr/>
          <a:lstStyle/>
          <a:p>
            <a:r>
              <a:rPr lang="en-AT" dirty="0"/>
              <a:t>Welche Bücher sind wann von wem ausgeborgt worden und sind diese aktuell lagernd?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601FFD-D4C9-7235-F243-3A48CE68F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Abgedeckte Bereiche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0EE6E0-6DFC-3F7B-9CCF-063CB069B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647" y="-1"/>
            <a:ext cx="555234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3296E0-149A-4EE9-B93E-79D316000A54}"/>
              </a:ext>
            </a:extLst>
          </p:cNvPr>
          <p:cNvSpPr/>
          <p:nvPr/>
        </p:nvSpPr>
        <p:spPr>
          <a:xfrm>
            <a:off x="6311802" y="2405418"/>
            <a:ext cx="3698544" cy="13613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752677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2ACFF-406E-DAB8-45C2-BE155F721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9794A3C-19B7-9BC9-38A5-BD0F16B2F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284" y="149756"/>
            <a:ext cx="2443701" cy="3018348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94F161-A27B-399F-D586-2114BDD347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6246" y="2001279"/>
            <a:ext cx="10855069" cy="663370"/>
          </a:xfrm>
        </p:spPr>
        <p:txBody>
          <a:bodyPr/>
          <a:lstStyle/>
          <a:p>
            <a:r>
              <a:rPr lang="en-AT" dirty="0"/>
              <a:t>Warum wird der Lager-Status aktuell </a:t>
            </a:r>
            <a:br>
              <a:rPr lang="en-AT" dirty="0"/>
            </a:br>
            <a:r>
              <a:rPr lang="en-AT" dirty="0"/>
              <a:t>doppelt gespeichert?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96A46-2E2A-3859-A045-192934D075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6244" y="2741205"/>
            <a:ext cx="10855071" cy="3890331"/>
          </a:xfrm>
        </p:spPr>
        <p:txBody>
          <a:bodyPr/>
          <a:lstStyle/>
          <a:p>
            <a:r>
              <a:rPr lang="en-AT" dirty="0"/>
              <a:t>Bewusst doppelte Implementierung – </a:t>
            </a:r>
            <a:br>
              <a:rPr lang="en-AT" dirty="0"/>
            </a:br>
            <a:r>
              <a:rPr lang="en-AT" dirty="0"/>
              <a:t>simplere Read-Query, potenziell performanter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77807D-6694-6307-60ED-0A227928B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”Buch ist lagerend”-Status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4D2D74-DF49-F655-280A-367CB1F4F6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50" t="36067" r="72126" b="46565"/>
          <a:stretch>
            <a:fillRect/>
          </a:stretch>
        </p:blipFill>
        <p:spPr>
          <a:xfrm>
            <a:off x="849886" y="3774185"/>
            <a:ext cx="3655215" cy="26649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CD6B5D0-BDD1-2FBD-A78C-14E987AA4DF6}"/>
              </a:ext>
            </a:extLst>
          </p:cNvPr>
          <p:cNvSpPr/>
          <p:nvPr/>
        </p:nvSpPr>
        <p:spPr>
          <a:xfrm>
            <a:off x="8939284" y="1242750"/>
            <a:ext cx="1775939" cy="54510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94ADD2-007A-FF6D-DAAC-66602938DF6E}"/>
              </a:ext>
            </a:extLst>
          </p:cNvPr>
          <p:cNvCxnSpPr/>
          <p:nvPr/>
        </p:nvCxnSpPr>
        <p:spPr>
          <a:xfrm flipH="1">
            <a:off x="8297839" y="1787857"/>
            <a:ext cx="1037230" cy="184244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12F508-B9C9-4ABD-5E8E-DB1AA6811381}"/>
              </a:ext>
            </a:extLst>
          </p:cNvPr>
          <p:cNvCxnSpPr>
            <a:cxnSpLocks/>
          </p:cNvCxnSpPr>
          <p:nvPr/>
        </p:nvCxnSpPr>
        <p:spPr>
          <a:xfrm flipH="1">
            <a:off x="4308389" y="1530003"/>
            <a:ext cx="4535335" cy="258891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E158CF6-E1E3-094A-CA45-F1D5E5AA02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48" t="34018" r="37383" b="47065"/>
          <a:stretch>
            <a:fillRect/>
          </a:stretch>
        </p:blipFill>
        <p:spPr>
          <a:xfrm>
            <a:off x="6611564" y="3839653"/>
            <a:ext cx="3372549" cy="266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17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CDB16-5760-0417-8997-A7F877C7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80F5B-79D4-0C3A-7A1C-186B5097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Relationales Datenmodell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3940A-0B33-FEF2-7A3C-A7864D8FD2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692222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226B44A-1060-37A7-C9EF-EC61A9F4F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27" y="986598"/>
            <a:ext cx="12054155" cy="535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01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F882F-FEC9-4B09-3484-1E21FE374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08C738-FCC1-FC20-AA54-3BBE9557A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14" y="951739"/>
            <a:ext cx="11957572" cy="569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48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72167-8844-CBA6-6BFC-050C65F9D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487" y="46382"/>
            <a:ext cx="5461026" cy="676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545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FCD46-5F8E-9472-9684-552F34E3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71044-1374-855A-3663-6375CF27EF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83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H BGLD GRAU CMY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6F6447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chriftart-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127</Words>
  <Application>Microsoft Macintosh PowerPoint</Application>
  <PresentationFormat>Widescreen</PresentationFormat>
  <Paragraphs>24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Gill Sans MT</vt:lpstr>
      <vt:lpstr>Source Sans Pro</vt:lpstr>
      <vt:lpstr>Tahoma</vt:lpstr>
      <vt:lpstr>Office</vt:lpstr>
      <vt:lpstr>Bibliotheks-verwaltung</vt:lpstr>
      <vt:lpstr>Anforderungen Bibliotheksverwaltung</vt:lpstr>
      <vt:lpstr>Entity Relationship Diagram</vt:lpstr>
      <vt:lpstr>Abgedeckte Bereiche</vt:lpstr>
      <vt:lpstr>Abgedeckte Bereiche</vt:lpstr>
      <vt:lpstr>Abgedeckte Bereiche</vt:lpstr>
      <vt:lpstr>Abgedeckte Bereiche</vt:lpstr>
      <vt:lpstr>”Buch ist lagerend”-Status</vt:lpstr>
      <vt:lpstr>Relationales Datenmodell</vt:lpstr>
      <vt:lpstr>PowerPoint Presentation</vt:lpstr>
      <vt:lpstr>PowerPoint Presentation</vt:lpstr>
      <vt:lpstr>PowerPoint Presentation</vt:lpstr>
      <vt:lpstr>Q&amp;A</vt:lpstr>
    </vt:vector>
  </TitlesOfParts>
  <Company>FH-Burgenland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Reinprecht Sarah</dc:creator>
  <cp:lastModifiedBy>Paul Mitsch</cp:lastModifiedBy>
  <cp:revision>70</cp:revision>
  <dcterms:created xsi:type="dcterms:W3CDTF">2019-09-09T08:59:08Z</dcterms:created>
  <dcterms:modified xsi:type="dcterms:W3CDTF">2026-05-14T08:23:54Z</dcterms:modified>
</cp:coreProperties>
</file>