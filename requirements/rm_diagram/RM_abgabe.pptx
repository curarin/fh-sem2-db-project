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3" r:id="rId2"/>
    <p:sldId id="273" r:id="rId3"/>
    <p:sldId id="269" r:id="rId4"/>
    <p:sldId id="266" r:id="rId5"/>
    <p:sldId id="267" r:id="rId6"/>
    <p:sldId id="26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 autoAdjust="0"/>
    <p:restoredTop sz="86438"/>
  </p:normalViewPr>
  <p:slideViewPr>
    <p:cSldViewPr snapToGrid="0" showGuides="1">
      <p:cViewPr varScale="1">
        <p:scale>
          <a:sx n="109" d="100"/>
          <a:sy n="109" d="100"/>
        </p:scale>
        <p:origin x="1320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DEA2-58A5-4C53-A1B6-D6A29C27D54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18766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ER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EFF0C8B-624F-4F33-094C-708C50ED1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829" y="0"/>
            <a:ext cx="55523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A1838-ACA4-FF42-1B83-C56C56EAD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02E8375-D84D-E84F-51BF-70410E52A9C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2DAF688-6A6C-F4C9-46B0-B3747569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C1DA61-14FE-4C66-0D25-92BF356D71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RM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189161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70E0C2-D39D-36E0-57D5-1ABD7F7AF9CB}"/>
              </a:ext>
            </a:extLst>
          </p:cNvPr>
          <p:cNvGraphicFramePr>
            <a:graphicFrameLocks noGrp="1"/>
          </p:cNvGraphicFramePr>
          <p:nvPr/>
        </p:nvGraphicFramePr>
        <p:xfrm>
          <a:off x="1041400" y="-8928100"/>
          <a:ext cx="10109200" cy="44170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6720">
                  <a:extLst>
                    <a:ext uri="{9D8B030D-6E8A-4147-A177-3AD203B41FA5}">
                      <a16:colId xmlns:a16="http://schemas.microsoft.com/office/drawing/2014/main" val="1103301940"/>
                    </a:ext>
                  </a:extLst>
                </a:gridCol>
                <a:gridCol w="1740888">
                  <a:extLst>
                    <a:ext uri="{9D8B030D-6E8A-4147-A177-3AD203B41FA5}">
                      <a16:colId xmlns:a16="http://schemas.microsoft.com/office/drawing/2014/main" val="1449480828"/>
                    </a:ext>
                  </a:extLst>
                </a:gridCol>
                <a:gridCol w="1686981">
                  <a:extLst>
                    <a:ext uri="{9D8B030D-6E8A-4147-A177-3AD203B41FA5}">
                      <a16:colId xmlns:a16="http://schemas.microsoft.com/office/drawing/2014/main" val="3069127850"/>
                    </a:ext>
                  </a:extLst>
                </a:gridCol>
                <a:gridCol w="1626731">
                  <a:extLst>
                    <a:ext uri="{9D8B030D-6E8A-4147-A177-3AD203B41FA5}">
                      <a16:colId xmlns:a16="http://schemas.microsoft.com/office/drawing/2014/main" val="1453802113"/>
                    </a:ext>
                  </a:extLst>
                </a:gridCol>
                <a:gridCol w="2235566">
                  <a:extLst>
                    <a:ext uri="{9D8B030D-6E8A-4147-A177-3AD203B41FA5}">
                      <a16:colId xmlns:a16="http://schemas.microsoft.com/office/drawing/2014/main" val="1268424048"/>
                    </a:ext>
                  </a:extLst>
                </a:gridCol>
                <a:gridCol w="1322314">
                  <a:extLst>
                    <a:ext uri="{9D8B030D-6E8A-4147-A177-3AD203B41FA5}">
                      <a16:colId xmlns:a16="http://schemas.microsoft.com/office/drawing/2014/main" val="415672476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011704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8603100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sng" strike="noStrike">
                          <a:effectLst/>
                        </a:rPr>
                        <a:t>book_location_id</a:t>
                      </a:r>
                      <a:endParaRPr lang="en-US" sz="1200" b="1" i="0" u="sng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book_location_floor_id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book_location_shelf_id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43509450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370474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85814235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60016181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6883667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2859302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93159909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 rowSpan="4"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49858229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17418277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book_location_floor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35624219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book_location_floor_id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number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book_location_shelf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8018508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book_location_shelf_id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number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79497453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00560340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06050426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7760655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03273890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8710493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810423962"/>
                  </a:ext>
                </a:extLst>
              </a:tr>
            </a:tbl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61682EB-2CDE-754C-911F-36923A554D2F}"/>
              </a:ext>
            </a:extLst>
          </p:cNvPr>
          <p:cNvCxnSpPr/>
          <p:nvPr/>
        </p:nvCxnSpPr>
        <p:spPr>
          <a:xfrm>
            <a:off x="5526088" y="14935200"/>
            <a:ext cx="0" cy="3825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044ED2E-40C9-8042-9391-9F70CD6CA81B}"/>
              </a:ext>
            </a:extLst>
          </p:cNvPr>
          <p:cNvCxnSpPr/>
          <p:nvPr/>
        </p:nvCxnSpPr>
        <p:spPr>
          <a:xfrm>
            <a:off x="3822700" y="15255875"/>
            <a:ext cx="0" cy="314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BCC2367-21D9-964E-8AA1-EDEEA27B5FE5}"/>
              </a:ext>
            </a:extLst>
          </p:cNvPr>
          <p:cNvCxnSpPr/>
          <p:nvPr/>
        </p:nvCxnSpPr>
        <p:spPr>
          <a:xfrm>
            <a:off x="3794125" y="15273338"/>
            <a:ext cx="17319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3704E3B-A626-4843-8ED0-77A071872BD3}"/>
              </a:ext>
            </a:extLst>
          </p:cNvPr>
          <p:cNvCxnSpPr/>
          <p:nvPr/>
        </p:nvCxnSpPr>
        <p:spPr>
          <a:xfrm flipH="1">
            <a:off x="7569200" y="14963775"/>
            <a:ext cx="1588" cy="2809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4F6B19-CDAE-0B4F-82B6-FB08306AA96C}"/>
              </a:ext>
            </a:extLst>
          </p:cNvPr>
          <p:cNvCxnSpPr/>
          <p:nvPr/>
        </p:nvCxnSpPr>
        <p:spPr>
          <a:xfrm>
            <a:off x="8829675" y="15166975"/>
            <a:ext cx="0" cy="6207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FD20F34-65B6-AF4A-BBCB-21822F5FC53D}"/>
              </a:ext>
            </a:extLst>
          </p:cNvPr>
          <p:cNvCxnSpPr/>
          <p:nvPr/>
        </p:nvCxnSpPr>
        <p:spPr>
          <a:xfrm flipV="1">
            <a:off x="7569200" y="15201900"/>
            <a:ext cx="1252538" cy="95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759C72F9-C8B0-3F87-8BC0-DF402BE61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62" r="4387"/>
          <a:stretch>
            <a:fillRect/>
          </a:stretch>
        </p:blipFill>
        <p:spPr>
          <a:xfrm>
            <a:off x="73959" y="53788"/>
            <a:ext cx="12089550" cy="595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133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912644-1F4E-E4E5-497D-E26F22F9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48"/>
          <a:stretch>
            <a:fillRect/>
          </a:stretch>
        </p:blipFill>
        <p:spPr>
          <a:xfrm>
            <a:off x="0" y="235323"/>
            <a:ext cx="12142694" cy="567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48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750AF15-E256-8D1F-72E7-E98DD9CF2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147" y="0"/>
            <a:ext cx="5846700" cy="685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555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91</Words>
  <Application>Microsoft Macintosh PowerPoint</Application>
  <PresentationFormat>Widescreen</PresentationFormat>
  <Paragraphs>49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 Narrow</vt:lpstr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PowerPoint Presentation</vt:lpstr>
      <vt:lpstr>Bibliotheks-verwaltung</vt:lpstr>
      <vt:lpstr>PowerPoint Presentation</vt:lpstr>
      <vt:lpstr>PowerPoint Presentation</vt:lpstr>
      <vt:lpstr>PowerPoint Presentation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70</cp:revision>
  <dcterms:created xsi:type="dcterms:W3CDTF">2019-09-09T08:59:08Z</dcterms:created>
  <dcterms:modified xsi:type="dcterms:W3CDTF">2026-05-09T15:11:52Z</dcterms:modified>
</cp:coreProperties>
</file>