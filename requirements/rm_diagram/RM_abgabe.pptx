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3" r:id="rId2"/>
    <p:sldId id="266" r:id="rId3"/>
    <p:sldId id="267" r:id="rId4"/>
    <p:sldId id="268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9F2D"/>
    <a:srgbClr val="00795A"/>
    <a:srgbClr val="61A4C5"/>
    <a:srgbClr val="0F354E"/>
    <a:srgbClr val="75BB5B"/>
    <a:srgbClr val="FAA942"/>
    <a:srgbClr val="6F6447"/>
    <a:srgbClr val="93B94A"/>
    <a:srgbClr val="21628D"/>
    <a:srgbClr val="005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1" autoAdjust="0"/>
    <p:restoredTop sz="86371"/>
  </p:normalViewPr>
  <p:slideViewPr>
    <p:cSldViewPr snapToGrid="0" showGuides="1">
      <p:cViewPr varScale="1">
        <p:scale>
          <a:sx n="190" d="100"/>
          <a:sy n="190" d="100"/>
        </p:scale>
        <p:origin x="304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56" d="100"/>
          <a:sy n="156" d="100"/>
        </p:scale>
        <p:origin x="442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328FA-D513-474A-9414-58CCBADCB715}" type="datetimeFigureOut">
              <a:rPr lang="de-DE" smtClean="0"/>
              <a:t>09.05.26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DDEA2-58A5-4C53-A1B6-D6A29C27D5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394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DDEA2-58A5-4C53-A1B6-D6A29C27D54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1876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D798510F-F572-758F-5261-F6F0DAE36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376" cy="699177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6" name="Titel 11">
            <a:extLst>
              <a:ext uri="{FF2B5EF4-FFF2-40B4-BE49-F238E27FC236}">
                <a16:creationId xmlns:a16="http://schemas.microsoft.com/office/drawing/2014/main" id="{36D9774C-14B8-4753-8512-25172AC04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51E7B4D9-AAC9-46EB-91F6-27E19F6A79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331556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D798510F-F572-758F-5261-F6F0DAE36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376" cy="699177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0600" y="4536478"/>
            <a:ext cx="5440469" cy="5440469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242FA4C-98F6-43BB-887D-3BD56E67DE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356" y="6331978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4" name="Titel 11">
            <a:extLst>
              <a:ext uri="{FF2B5EF4-FFF2-40B4-BE49-F238E27FC236}">
                <a16:creationId xmlns:a16="http://schemas.microsoft.com/office/drawing/2014/main" id="{8AB7281D-1953-49D0-B329-5447D645E8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DC0311F9-66C5-4952-BB97-F6B58511C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349450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D798510F-F572-758F-5261-F6F0DAE36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376" cy="699177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3600" y="4137765"/>
            <a:ext cx="5440469" cy="544046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06A45D29-C32A-4661-BBA6-665111978F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26CBD8C5-8725-4775-9387-A961991CB9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D54CB38D-676A-44BF-AD8E-9BE55EB69A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728931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0B569B-D5C4-41D0-98C6-B6D861106A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61B1B0-35FF-47E6-9853-9A0DB5711D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387065"/>
            <a:ext cx="10855071" cy="424447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+mn-lt"/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6" name="Titel 11">
            <a:extLst>
              <a:ext uri="{FF2B5EF4-FFF2-40B4-BE49-F238E27FC236}">
                <a16:creationId xmlns:a16="http://schemas.microsoft.com/office/drawing/2014/main" id="{C2B5FF1A-A476-4C2C-98BD-98B71C8501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157950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4BA15C79-5280-410A-A43F-53C5A734E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61B1B0-35FF-47E6-9853-9A0DB5711D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021305"/>
            <a:ext cx="10855071" cy="461023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+mn-lt"/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</p:spTree>
    <p:extLst>
      <p:ext uri="{BB962C8B-B14F-4D97-AF65-F5344CB8AC3E}">
        <p14:creationId xmlns:p14="http://schemas.microsoft.com/office/powerpoint/2010/main" val="5859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95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54037FD-C92E-4B00-BE28-86770DEE7B2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15963" y="2406316"/>
            <a:ext cx="5380037" cy="422073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13" name="Inhaltsplatzhalter 9">
            <a:extLst>
              <a:ext uri="{FF2B5EF4-FFF2-40B4-BE49-F238E27FC236}">
                <a16:creationId xmlns:a16="http://schemas.microsoft.com/office/drawing/2014/main" id="{975D2135-DD86-4FAE-BB5B-F468DF2B835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77851" y="2406316"/>
            <a:ext cx="5380037" cy="422073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CB99324-6A91-47F9-A672-35C7EFF32E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6" name="Titel 11">
            <a:extLst>
              <a:ext uri="{FF2B5EF4-FFF2-40B4-BE49-F238E27FC236}">
                <a16:creationId xmlns:a16="http://schemas.microsoft.com/office/drawing/2014/main" id="{DB8A2310-7569-42A4-9377-F6A1F1823C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76066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54037FD-C92E-4B00-BE28-86770DEE7B2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16245" y="2573458"/>
            <a:ext cx="5380037" cy="395246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13" name="Inhaltsplatzhalter 9">
            <a:extLst>
              <a:ext uri="{FF2B5EF4-FFF2-40B4-BE49-F238E27FC236}">
                <a16:creationId xmlns:a16="http://schemas.microsoft.com/office/drawing/2014/main" id="{975D2135-DD86-4FAE-BB5B-F468DF2B835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0" y="2585362"/>
            <a:ext cx="5475314" cy="394056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72017B6-6E22-4373-AC89-48470451F8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6245" y="1985629"/>
            <a:ext cx="5380037" cy="597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B5621AC4-0464-4423-8577-EFB1774108B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96000" y="1987672"/>
            <a:ext cx="5475314" cy="583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53F7550E-902E-4004-858B-B1822A31E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756426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694" y="232380"/>
            <a:ext cx="2114320" cy="211432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D4CD2DB-D55B-038F-4360-C237760E6B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990" y="790199"/>
            <a:ext cx="3446210" cy="3446210"/>
          </a:xfrm>
          <a:prstGeom prst="rect">
            <a:avLst/>
          </a:prstGeom>
        </p:spPr>
      </p:pic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5D380C10-159B-4DBC-9718-0773520D11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E4D85D58-F7D8-4800-9967-B091A59EAC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B539A8A0-638E-41B5-8721-4F6B6395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061073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899" y="4498545"/>
            <a:ext cx="4597756" cy="459775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D4CD2DB-D55B-038F-4360-C237760E6B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895" y="3327432"/>
            <a:ext cx="2571927" cy="2571927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D464DE02-A19F-48B8-B92E-4C5077D282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5" y="2359455"/>
            <a:ext cx="10855068" cy="4266165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B6B2E85-8429-4966-9981-B9D47C2E67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D8C5E27D-A7B8-485C-9F13-EC8E29AE0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69963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A467AC4-180D-DCE5-F5FF-B33A94A096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47" y="0"/>
            <a:ext cx="12210947" cy="69469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5" name="Titel 11">
            <a:extLst>
              <a:ext uri="{FF2B5EF4-FFF2-40B4-BE49-F238E27FC236}">
                <a16:creationId xmlns:a16="http://schemas.microsoft.com/office/drawing/2014/main" id="{E3BA9D4B-933C-4D99-AE62-364B11B36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291504D8-EADE-49B0-94AC-CB42CC4E61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789021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A467AC4-180D-DCE5-F5FF-B33A94A096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0947" cy="69469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A5559EB-691B-67F1-F8EC-D13DB012F6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6381" y="4689840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2" name="Textplatzhalter 17">
            <a:extLst>
              <a:ext uri="{FF2B5EF4-FFF2-40B4-BE49-F238E27FC236}">
                <a16:creationId xmlns:a16="http://schemas.microsoft.com/office/drawing/2014/main" id="{3A788AC6-92F9-6A79-E63D-26E55375F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356" y="62955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86DD3BD5-C08A-491F-8E43-8E37CD030B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9E1B8CA1-0AAF-4EB7-BC03-53B9D185F6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2708483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foli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A467AC4-180D-DCE5-F5FF-B33A94A096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10947" cy="69469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A5559EB-691B-67F1-F8EC-D13DB012F6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1724" y="4135067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8EB2CB8-4CD4-4909-ACFC-2E7E364447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C6D04D94-CBF2-426F-B5BC-A31F510A21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B0AC2C87-FA61-42D7-B5D5-3B3EFBE7F0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3948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8728043-D213-4BCD-A66F-E656F580AC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E5004AD0-4CFB-4F75-A94E-86543FB084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1" name="Titel 11">
            <a:extLst>
              <a:ext uri="{FF2B5EF4-FFF2-40B4-BE49-F238E27FC236}">
                <a16:creationId xmlns:a16="http://schemas.microsoft.com/office/drawing/2014/main" id="{13172C72-3725-4A1C-8520-B7D0A485A6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0795A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7362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F3E75E5-CBB6-311C-39B3-03C5C38A63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637" y="-1143340"/>
            <a:ext cx="3662833" cy="366283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ADD86DB-82B8-69EB-0263-5F22AFBEAD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799" y="602646"/>
            <a:ext cx="3821316" cy="3821316"/>
          </a:xfrm>
          <a:prstGeom prst="rect">
            <a:avLst/>
          </a:prstGeom>
        </p:spPr>
      </p:pic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5A6D17BB-D977-4A99-A19D-987E1FB9B7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29240B3-BAE2-46FF-AF98-7BF714C97B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DCCD4ABB-C455-4BDE-8F24-165EC971AA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0795A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86375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F3E75E5-CBB6-311C-39B3-03C5C38A63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899" y="3600481"/>
            <a:ext cx="4597756" cy="459775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ADD86DB-82B8-69EB-0263-5F22AFBEAD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023" y="3699401"/>
            <a:ext cx="2552878" cy="2552878"/>
          </a:xfrm>
          <a:prstGeom prst="rect">
            <a:avLst/>
          </a:prstGeom>
        </p:spPr>
      </p:pic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8385222E-ADD5-48C5-BC18-2B64CA9BBB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0BEFF0A-B831-413B-B768-3E0FF6B5E1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94FC60C5-182E-4593-A258-42773BD202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0795A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1222346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714BA5-807F-FD14-D853-EDEA7CDAE3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8734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3" name="Titel 11">
            <a:extLst>
              <a:ext uri="{FF2B5EF4-FFF2-40B4-BE49-F238E27FC236}">
                <a16:creationId xmlns:a16="http://schemas.microsoft.com/office/drawing/2014/main" id="{EE33A2D0-A7A3-431F-BC02-7AAC945F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0EEA67C5-3661-47AB-834A-E4590821CF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35238521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714BA5-807F-FD14-D853-EDEA7CDAE3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8734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6DBE677-0B3B-1675-B3B2-DFD191965C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6381" y="4724372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2" name="Textplatzhalter 17">
            <a:extLst>
              <a:ext uri="{FF2B5EF4-FFF2-40B4-BE49-F238E27FC236}">
                <a16:creationId xmlns:a16="http://schemas.microsoft.com/office/drawing/2014/main" id="{E677F354-CFC6-D947-F29D-A0692FE991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356" y="63590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1FAB93BA-F482-4037-A388-E119DC1BF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DD726F1B-4CB5-43C8-A1B5-3A60E70862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8844856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714BA5-807F-FD14-D853-EDEA7CDAE3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8734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6DBE677-0B3B-1675-B3B2-DFD191965C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1724" y="4074347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4C3EBFE8-A1A6-4C47-8748-F16526CC197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3954FDCF-ECC1-4B68-9581-BFF3CBB99B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AEC4F5A0-05B2-4841-A146-D791490380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4601423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C6622D17-7CF6-4F64-9DA6-B690190D1B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8D22DB70-FC0C-47F4-8224-3A3C572573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0" name="Titel 11">
            <a:extLst>
              <a:ext uri="{FF2B5EF4-FFF2-40B4-BE49-F238E27FC236}">
                <a16:creationId xmlns:a16="http://schemas.microsoft.com/office/drawing/2014/main" id="{1AFA7672-2C98-44D1-BD7D-8C7BAF5014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75BB5B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1931161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03ECE9D-966C-8E94-D231-8FBF39DC6A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133" y="354070"/>
            <a:ext cx="2607442" cy="260744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E5102C4-8E31-149D-F418-5ACD61E76D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474" y="-2468019"/>
            <a:ext cx="4244280" cy="4244280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C8A89A8A-57C4-4C2B-9142-1091116906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2BB06432-DEBE-4A31-94B9-2898D0C67C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1" name="Titel 11">
            <a:extLst>
              <a:ext uri="{FF2B5EF4-FFF2-40B4-BE49-F238E27FC236}">
                <a16:creationId xmlns:a16="http://schemas.microsoft.com/office/drawing/2014/main" id="{E819BFCD-B1A0-4710-9ED8-0163609E81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75BB5B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6891331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03ECE9D-966C-8E94-D231-8FBF39DC6A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03" y="4853623"/>
            <a:ext cx="4522512" cy="452251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E5102C4-8E31-149D-F418-5ACD61E76D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01307"/>
            <a:ext cx="3287506" cy="3287506"/>
          </a:xfrm>
          <a:prstGeom prst="rect">
            <a:avLst/>
          </a:prstGeom>
        </p:spPr>
      </p:pic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3B21FFA7-A41E-40BC-9374-33FB80A66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94E19685-2607-4E7E-925E-C3B9B2F772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6BFE9D70-69FC-4676-9C31-4948D87F0A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54E76D2F-8E7B-4A76-8711-1224277AF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75BB5B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0621551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1AC84DA-5130-1CD2-5D56-F2347AFF07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6685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3" name="Titel 11">
            <a:extLst>
              <a:ext uri="{FF2B5EF4-FFF2-40B4-BE49-F238E27FC236}">
                <a16:creationId xmlns:a16="http://schemas.microsoft.com/office/drawing/2014/main" id="{8594FBB4-8B55-450B-A4F1-5EB697B147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CE8E8FEF-605D-4D3A-9033-2691DD01FB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793257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1AC84DA-5130-1CD2-5D56-F2347AFF07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94"/>
            <a:ext cx="12192000" cy="696685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DEA80BA-93CA-E6A3-1A5B-6055B373BD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2828" y="4704544"/>
            <a:ext cx="5566754" cy="556675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2" name="Textplatzhalter 17">
            <a:extLst>
              <a:ext uri="{FF2B5EF4-FFF2-40B4-BE49-F238E27FC236}">
                <a16:creationId xmlns:a16="http://schemas.microsoft.com/office/drawing/2014/main" id="{A8E71611-78A7-E0FB-8075-7BCE7214B4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356" y="63590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0B5DCF55-11DD-4B5A-8915-8D70788B1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EA6C4AE-A851-46E4-B835-710B0EDA77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6530685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1AC84DA-5130-1CD2-5D56-F2347AFF07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6685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DEA80BA-93CA-E6A3-1A5B-6055B373BD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2228" y="3915527"/>
            <a:ext cx="5566754" cy="556675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B5421ABD-D481-48A3-8970-498FF21248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711088D8-07DB-4A9A-A580-02925D68F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5B3FE2AE-9760-4C6D-9563-D3ADB5EF33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6655525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C35BBC92-1B44-4EB4-A842-82AD668B1A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BDB4E2F-3ACC-41D9-94D4-2F535908A5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9" name="Titel 11">
            <a:extLst>
              <a:ext uri="{FF2B5EF4-FFF2-40B4-BE49-F238E27FC236}">
                <a16:creationId xmlns:a16="http://schemas.microsoft.com/office/drawing/2014/main" id="{C4811B2C-97DF-48E7-8B5B-4B5A6121E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F354E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8984133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5876453C-25FE-AECC-080C-8FB5D5279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558" y="-325782"/>
            <a:ext cx="3187700" cy="31877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0F6C9E97-B3CD-FA4E-5FC7-62DABD38BC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000" y="-3878080"/>
            <a:ext cx="5566754" cy="5566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B6DCF1B-518E-4260-968D-F2B004FE50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6036BE2-18B3-4D0D-AFFE-79E5AEF2FC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4C638DE2-EB32-4719-8919-AA8625048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F354E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5581639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5876453C-25FE-AECC-080C-8FB5D5279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457" y="5466282"/>
            <a:ext cx="3187700" cy="31877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0F6C9E97-B3CD-FA4E-5FC7-62DABD38BC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623" y="3429000"/>
            <a:ext cx="5566754" cy="5566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C7599F31-1E74-43A5-BAA2-8C659BFFC4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E84827AD-0CA9-4CC7-98A0-6256C6BFA3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DD7B6408-99CE-4AF6-A225-BBE89B4319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F354E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3280902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F38AB83-BB93-9D4F-D28B-C43A0F4A6C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36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6" name="Titel 11">
            <a:extLst>
              <a:ext uri="{FF2B5EF4-FFF2-40B4-BE49-F238E27FC236}">
                <a16:creationId xmlns:a16="http://schemas.microsoft.com/office/drawing/2014/main" id="{81A1D44E-36B7-4B56-819F-C666D3A90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A94BD06B-7880-4088-940C-BCDED9E489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29484231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F38AB83-BB93-9D4F-D28B-C43A0F4A6C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36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79A8DB2-34FF-E2C6-C61C-769DDFA401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7184" y="4684052"/>
            <a:ext cx="5566753" cy="556675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9" name="Textplatzhalter 17">
            <a:extLst>
              <a:ext uri="{FF2B5EF4-FFF2-40B4-BE49-F238E27FC236}">
                <a16:creationId xmlns:a16="http://schemas.microsoft.com/office/drawing/2014/main" id="{F7304543-6D34-0AB9-DB47-B0158F53B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356" y="63590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C359018C-9FB8-41D3-A53A-EE1F8D3C1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F1BA47F-9FD1-4EB9-87EA-DF6F893EAE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1460820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F38AB83-BB93-9D4F-D28B-C43A0F4A6C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36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79A8DB2-34FF-E2C6-C61C-769DDFA401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6584" y="3926231"/>
            <a:ext cx="5566753" cy="556675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C0A480DE-CC52-469C-AF7B-323F57CBBF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D13F0ED5-B6F8-434D-AB89-3664224B06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69DC9FE3-2631-423E-BDFD-9AEFCE0084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2940248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E84867F1-F3F4-4276-9C58-76E45FD15B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81295B8-4967-41C8-89E1-BE046752DF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9" name="Titel 11">
            <a:extLst>
              <a:ext uri="{FF2B5EF4-FFF2-40B4-BE49-F238E27FC236}">
                <a16:creationId xmlns:a16="http://schemas.microsoft.com/office/drawing/2014/main" id="{97713EAD-23CB-4666-B0C1-CB769C80B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61A4C5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42095508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B9E0E7A-FEAD-0452-4A12-3E28EAFE5F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175" y="5437415"/>
            <a:ext cx="2841169" cy="284116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9AAFE6E-A763-3CF8-A386-154EC5F09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272" y="4748623"/>
            <a:ext cx="4218754" cy="4218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B57C7FDF-4A13-4531-B5D3-9121D491A4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82A0B7E1-E0A9-4048-A9FD-9AEED72A6B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1" name="Titel 11">
            <a:extLst>
              <a:ext uri="{FF2B5EF4-FFF2-40B4-BE49-F238E27FC236}">
                <a16:creationId xmlns:a16="http://schemas.microsoft.com/office/drawing/2014/main" id="{347BC832-CB59-4E92-AF47-3A0416A7F5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61A4C5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91334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B9E0E7A-FEAD-0452-4A12-3E28EAFE5F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875" y="4891431"/>
            <a:ext cx="5566753" cy="556675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9AAFE6E-A763-3CF8-A386-154EC5F09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251" y="2202719"/>
            <a:ext cx="4218754" cy="4218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B370ADFE-5076-4A5C-8020-58FFBB9B9B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7210168E-9CEC-486D-BCD5-8C52AA3640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50D0746D-BA88-4F55-AD2D-B1C42C38D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61A4C5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4281604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n und Far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B4B2028-D1BF-4E44-8CF2-4B4172ABF6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DAB1E-562C-4A0C-BE6F-79046C0C74F7}" type="slidenum">
              <a:rPr lang="de-DE" smtClean="0"/>
              <a:t>‹#›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6E06280-0FAC-44C3-99CC-BEC7BCD4D3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688" y="2715925"/>
            <a:ext cx="1841521" cy="184152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5A5F2EE-951E-4899-9C20-19629086BA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400" y="2698629"/>
            <a:ext cx="1843200" cy="18432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8BA783E-C7BA-4608-B941-4F7FBCEAC5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112" y="2714246"/>
            <a:ext cx="1843200" cy="18432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D54752F-69BA-4E8C-8DB6-09AD1286279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0600" y="2714246"/>
            <a:ext cx="1843200" cy="184320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5FB5CC22-5AAA-43F8-982C-86C26F7F3169}"/>
              </a:ext>
            </a:extLst>
          </p:cNvPr>
          <p:cNvSpPr txBox="1"/>
          <p:nvPr userDrawn="1"/>
        </p:nvSpPr>
        <p:spPr>
          <a:xfrm>
            <a:off x="1039709" y="4665072"/>
            <a:ext cx="1446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dirty="0"/>
              <a:t>Hauptfarbe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b="0" i="0" dirty="0">
                <a:solidFill>
                  <a:schemeClr val="tx1"/>
                </a:solidFill>
                <a:effectLst/>
              </a:rPr>
              <a:t>#f7a600</a:t>
            </a:r>
            <a:endParaRPr lang="de-AT" dirty="0">
              <a:solidFill>
                <a:schemeClr val="tx1"/>
              </a:solidFill>
            </a:endParaRPr>
          </a:p>
          <a:p>
            <a:pPr algn="ctr"/>
            <a:endParaRPr lang="de-AT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171F0D3-2C27-46C4-98F3-ECFB661DAC40}"/>
              </a:ext>
            </a:extLst>
          </p:cNvPr>
          <p:cNvSpPr txBox="1"/>
          <p:nvPr userDrawn="1"/>
        </p:nvSpPr>
        <p:spPr>
          <a:xfrm>
            <a:off x="2684248" y="4665072"/>
            <a:ext cx="2668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dirty="0"/>
              <a:t>Informationstechnologie</a:t>
            </a:r>
          </a:p>
          <a:p>
            <a:pPr algn="ctr"/>
            <a:r>
              <a:rPr lang="de-AT" dirty="0"/>
              <a:t>#6cb0d9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162EB75-B278-4570-BB01-A7714014B867}"/>
              </a:ext>
            </a:extLst>
          </p:cNvPr>
          <p:cNvSpPr txBox="1"/>
          <p:nvPr userDrawn="1"/>
        </p:nvSpPr>
        <p:spPr>
          <a:xfrm>
            <a:off x="7219844" y="4683095"/>
            <a:ext cx="20837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dirty="0"/>
              <a:t>Energie &amp; Umwelt</a:t>
            </a:r>
            <a:br>
              <a:rPr lang="de-AT" dirty="0"/>
            </a:br>
            <a:r>
              <a:rPr lang="de-AT" dirty="0"/>
              <a:t>#87ba4a</a:t>
            </a:r>
          </a:p>
          <a:p>
            <a:pPr algn="ctr"/>
            <a:endParaRPr lang="de-AT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DE99240-1ABC-4BC5-8331-1D9D23F7FD06}"/>
              </a:ext>
            </a:extLst>
          </p:cNvPr>
          <p:cNvSpPr txBox="1"/>
          <p:nvPr userDrawn="1"/>
        </p:nvSpPr>
        <p:spPr>
          <a:xfrm>
            <a:off x="9791373" y="4665072"/>
            <a:ext cx="13609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Gesundheit</a:t>
            </a:r>
            <a:br>
              <a:rPr lang="de-AT" dirty="0"/>
            </a:br>
            <a:r>
              <a:rPr lang="de-AT" dirty="0"/>
              <a:t>#007852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0321547-914E-4CEF-8182-22B2EB9B787E}"/>
              </a:ext>
            </a:extLst>
          </p:cNvPr>
          <p:cNvSpPr txBox="1"/>
          <p:nvPr userDrawn="1"/>
        </p:nvSpPr>
        <p:spPr>
          <a:xfrm>
            <a:off x="5392696" y="4665072"/>
            <a:ext cx="1266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Wirtschaft</a:t>
            </a:r>
            <a:br>
              <a:rPr lang="de-AT" dirty="0"/>
            </a:br>
            <a:r>
              <a:rPr lang="de-AT" dirty="0"/>
              <a:t>#003a60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AA0F97A-5C00-492A-8BDD-1AA790339E02}"/>
              </a:ext>
            </a:extLst>
          </p:cNvPr>
          <p:cNvSpPr txBox="1"/>
          <p:nvPr userDrawn="1"/>
        </p:nvSpPr>
        <p:spPr>
          <a:xfrm>
            <a:off x="838200" y="328468"/>
            <a:ext cx="5189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 dirty="0">
                <a:solidFill>
                  <a:srgbClr val="FAA942"/>
                </a:solidFill>
              </a:rPr>
              <a:t>Formen und Farben: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7CBE699-2365-4FD1-A803-7BE59F8AC2F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97" y="2651641"/>
            <a:ext cx="1843200" cy="18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9246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DAB1E-562C-4A0C-BE6F-79046C0C74F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206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93" r:id="rId5"/>
    <p:sldLayoutId id="2147483692" r:id="rId6"/>
    <p:sldLayoutId id="2147483690" r:id="rId7"/>
    <p:sldLayoutId id="2147483691" r:id="rId8"/>
    <p:sldLayoutId id="2147483664" r:id="rId9"/>
    <p:sldLayoutId id="2147483663" r:id="rId10"/>
    <p:sldLayoutId id="2147483666" r:id="rId11"/>
    <p:sldLayoutId id="2147483667" r:id="rId12"/>
    <p:sldLayoutId id="2147483665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9" r:id="rId24"/>
    <p:sldLayoutId id="2147483678" r:id="rId25"/>
    <p:sldLayoutId id="2147483680" r:id="rId26"/>
    <p:sldLayoutId id="2147483681" r:id="rId27"/>
    <p:sldLayoutId id="2147483682" r:id="rId28"/>
    <p:sldLayoutId id="2147483683" r:id="rId29"/>
    <p:sldLayoutId id="2147483685" r:id="rId30"/>
    <p:sldLayoutId id="2147483684" r:id="rId31"/>
    <p:sldLayoutId id="2147483686" r:id="rId32"/>
    <p:sldLayoutId id="2147483688" r:id="rId33"/>
    <p:sldLayoutId id="2147483687" r:id="rId34"/>
    <p:sldLayoutId id="2147483689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0508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9DA8DE6-FFA1-4335-AD36-2E4EA6D3A3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96FAB6C-3E60-49F6-8B79-C28D2AF7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Bibliotheks-verwaltung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7B3ABC-57D2-4097-B711-9B89C9DF1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AT" dirty="0"/>
              <a:t>RM</a:t>
            </a:r>
          </a:p>
          <a:p>
            <a:r>
              <a:rPr lang="de-AT" dirty="0"/>
              <a:t>Reisinger &amp; Mitsch</a:t>
            </a:r>
          </a:p>
        </p:txBody>
      </p:sp>
    </p:spTree>
    <p:extLst>
      <p:ext uri="{BB962C8B-B14F-4D97-AF65-F5344CB8AC3E}">
        <p14:creationId xmlns:p14="http://schemas.microsoft.com/office/powerpoint/2010/main" val="280106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70E0C2-D39D-36E0-57D5-1ABD7F7AF9CB}"/>
              </a:ext>
            </a:extLst>
          </p:cNvPr>
          <p:cNvGraphicFramePr>
            <a:graphicFrameLocks noGrp="1"/>
          </p:cNvGraphicFramePr>
          <p:nvPr/>
        </p:nvGraphicFramePr>
        <p:xfrm>
          <a:off x="1041400" y="-8928100"/>
          <a:ext cx="10109200" cy="44170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6720">
                  <a:extLst>
                    <a:ext uri="{9D8B030D-6E8A-4147-A177-3AD203B41FA5}">
                      <a16:colId xmlns:a16="http://schemas.microsoft.com/office/drawing/2014/main" val="1103301940"/>
                    </a:ext>
                  </a:extLst>
                </a:gridCol>
                <a:gridCol w="1740888">
                  <a:extLst>
                    <a:ext uri="{9D8B030D-6E8A-4147-A177-3AD203B41FA5}">
                      <a16:colId xmlns:a16="http://schemas.microsoft.com/office/drawing/2014/main" val="1449480828"/>
                    </a:ext>
                  </a:extLst>
                </a:gridCol>
                <a:gridCol w="1686981">
                  <a:extLst>
                    <a:ext uri="{9D8B030D-6E8A-4147-A177-3AD203B41FA5}">
                      <a16:colId xmlns:a16="http://schemas.microsoft.com/office/drawing/2014/main" val="3069127850"/>
                    </a:ext>
                  </a:extLst>
                </a:gridCol>
                <a:gridCol w="1626731">
                  <a:extLst>
                    <a:ext uri="{9D8B030D-6E8A-4147-A177-3AD203B41FA5}">
                      <a16:colId xmlns:a16="http://schemas.microsoft.com/office/drawing/2014/main" val="1453802113"/>
                    </a:ext>
                  </a:extLst>
                </a:gridCol>
                <a:gridCol w="2235566">
                  <a:extLst>
                    <a:ext uri="{9D8B030D-6E8A-4147-A177-3AD203B41FA5}">
                      <a16:colId xmlns:a16="http://schemas.microsoft.com/office/drawing/2014/main" val="1268424048"/>
                    </a:ext>
                  </a:extLst>
                </a:gridCol>
                <a:gridCol w="1322314">
                  <a:extLst>
                    <a:ext uri="{9D8B030D-6E8A-4147-A177-3AD203B41FA5}">
                      <a16:colId xmlns:a16="http://schemas.microsoft.com/office/drawing/2014/main" val="415672476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011704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book_location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6031009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book_location_id</a:t>
                      </a:r>
                      <a:endParaRPr lang="en-US" sz="1200" b="1" i="0" u="sng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book_location_floor_id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book_location_shelf_id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3509450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370474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5814235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0016181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6883667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2859302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315990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rowSpan="4"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rowSpan="4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985822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7418277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book_location_floor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5624219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book_location_floor_id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number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book_location_shelf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8018508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book_location_shelf_id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number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949745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056034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6050426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7760655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327389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710493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10423962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61682EB-2CDE-754C-911F-36923A554D2F}"/>
              </a:ext>
            </a:extLst>
          </p:cNvPr>
          <p:cNvCxnSpPr/>
          <p:nvPr/>
        </p:nvCxnSpPr>
        <p:spPr>
          <a:xfrm>
            <a:off x="5526088" y="14935200"/>
            <a:ext cx="0" cy="382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44ED2E-40C9-8042-9391-9F70CD6CA81B}"/>
              </a:ext>
            </a:extLst>
          </p:cNvPr>
          <p:cNvCxnSpPr/>
          <p:nvPr/>
        </p:nvCxnSpPr>
        <p:spPr>
          <a:xfrm>
            <a:off x="3822700" y="15255875"/>
            <a:ext cx="0" cy="314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CC2367-21D9-964E-8AA1-EDEEA27B5FE5}"/>
              </a:ext>
            </a:extLst>
          </p:cNvPr>
          <p:cNvCxnSpPr/>
          <p:nvPr/>
        </p:nvCxnSpPr>
        <p:spPr>
          <a:xfrm>
            <a:off x="3794125" y="15273338"/>
            <a:ext cx="17319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04E3B-A626-4843-8ED0-77A071872BD3}"/>
              </a:ext>
            </a:extLst>
          </p:cNvPr>
          <p:cNvCxnSpPr/>
          <p:nvPr/>
        </p:nvCxnSpPr>
        <p:spPr>
          <a:xfrm flipH="1">
            <a:off x="7569200" y="14963775"/>
            <a:ext cx="1588" cy="2809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4F6B19-CDAE-0B4F-82B6-FB08306AA96C}"/>
              </a:ext>
            </a:extLst>
          </p:cNvPr>
          <p:cNvCxnSpPr/>
          <p:nvPr/>
        </p:nvCxnSpPr>
        <p:spPr>
          <a:xfrm>
            <a:off x="8829675" y="15166975"/>
            <a:ext cx="0" cy="6207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20F34-65B6-AF4A-BBCB-21822F5FC53D}"/>
              </a:ext>
            </a:extLst>
          </p:cNvPr>
          <p:cNvCxnSpPr/>
          <p:nvPr/>
        </p:nvCxnSpPr>
        <p:spPr>
          <a:xfrm flipV="1">
            <a:off x="7569200" y="15201900"/>
            <a:ext cx="1252538" cy="95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59C72F9-C8B0-3F87-8BC0-DF402BE61C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2" r="4387"/>
          <a:stretch>
            <a:fillRect/>
          </a:stretch>
        </p:blipFill>
        <p:spPr>
          <a:xfrm>
            <a:off x="73959" y="53788"/>
            <a:ext cx="12089550" cy="595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33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912644-1F4E-E4E5-497D-E26F22F959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48"/>
          <a:stretch>
            <a:fillRect/>
          </a:stretch>
        </p:blipFill>
        <p:spPr>
          <a:xfrm>
            <a:off x="0" y="235323"/>
            <a:ext cx="12142694" cy="567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4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50AF15-E256-8D1F-72E7-E98DD9CF2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147" y="0"/>
            <a:ext cx="5846700" cy="685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555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H BGLD GRAU CMY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6F6447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chriftart-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86</Words>
  <Application>Microsoft Macintosh PowerPoint</Application>
  <PresentationFormat>Widescreen</PresentationFormat>
  <Paragraphs>46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 Narrow</vt:lpstr>
      <vt:lpstr>Arial</vt:lpstr>
      <vt:lpstr>Calibri</vt:lpstr>
      <vt:lpstr>Gill Sans MT</vt:lpstr>
      <vt:lpstr>Source Sans Pro</vt:lpstr>
      <vt:lpstr>Tahoma</vt:lpstr>
      <vt:lpstr>Office</vt:lpstr>
      <vt:lpstr>Bibliotheks-verwaltung</vt:lpstr>
      <vt:lpstr>PowerPoint Presentation</vt:lpstr>
      <vt:lpstr>PowerPoint Presentation</vt:lpstr>
      <vt:lpstr>PowerPoint Presentation</vt:lpstr>
    </vt:vector>
  </TitlesOfParts>
  <Company>FH-Burgenland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Reinprecht Sarah</dc:creator>
  <cp:lastModifiedBy>Reisinger Philipp</cp:lastModifiedBy>
  <cp:revision>69</cp:revision>
  <dcterms:created xsi:type="dcterms:W3CDTF">2019-09-09T08:59:08Z</dcterms:created>
  <dcterms:modified xsi:type="dcterms:W3CDTF">2026-05-09T14:46:29Z</dcterms:modified>
</cp:coreProperties>
</file>